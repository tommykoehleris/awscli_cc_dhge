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99" r:id="rId5"/>
    <p:sldId id="310" r:id="rId6"/>
    <p:sldId id="321" r:id="rId7"/>
    <p:sldId id="343" r:id="rId8"/>
    <p:sldId id="342" r:id="rId9"/>
    <p:sldId id="346" r:id="rId10"/>
    <p:sldId id="347" r:id="rId11"/>
    <p:sldId id="348" r:id="rId12"/>
    <p:sldId id="344" r:id="rId13"/>
    <p:sldId id="345" r:id="rId14"/>
    <p:sldId id="341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0320F8-784E-4367-B26B-931A56FCAE12}" v="3" dt="2023-11-09T12:09:49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225" autoAdjust="0"/>
  </p:normalViewPr>
  <p:slideViewPr>
    <p:cSldViewPr snapToGrid="0">
      <p:cViewPr varScale="1">
        <p:scale>
          <a:sx n="143" d="100"/>
          <a:sy n="143" d="100"/>
        </p:scale>
        <p:origin x="98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2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32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y Köhler" userId="13abbf2dbdebdc1d" providerId="LiveId" clId="{A6ADD359-6B9C-4101-B7F8-EACBAA487127}"/>
    <pc:docChg chg="undo redo custSel addSld delSld modSld sldOrd">
      <pc:chgData name="Tommy Köhler" userId="13abbf2dbdebdc1d" providerId="LiveId" clId="{A6ADD359-6B9C-4101-B7F8-EACBAA487127}" dt="2023-05-21T18:48:41.060" v="9954" actId="404"/>
      <pc:docMkLst>
        <pc:docMk/>
      </pc:docMkLst>
      <pc:sldChg chg="addSp modSp">
        <pc:chgData name="Tommy Köhler" userId="13abbf2dbdebdc1d" providerId="LiveId" clId="{A6ADD359-6B9C-4101-B7F8-EACBAA487127}" dt="2023-05-09T07:12:08.531" v="244"/>
        <pc:sldMkLst>
          <pc:docMk/>
          <pc:sldMk cId="2059395263" sldId="271"/>
        </pc:sldMkLst>
        <pc:picChg chg="add mod">
          <ac:chgData name="Tommy Köhler" userId="13abbf2dbdebdc1d" providerId="LiveId" clId="{A6ADD359-6B9C-4101-B7F8-EACBAA487127}" dt="2023-05-09T07:12:08.531" v="244"/>
          <ac:picMkLst>
            <pc:docMk/>
            <pc:sldMk cId="2059395263" sldId="271"/>
            <ac:picMk id="2" creationId="{604FFA31-9CC2-39EB-B69D-89C5A9C4CDDC}"/>
          </ac:picMkLst>
        </pc:picChg>
      </pc:sldChg>
      <pc:sldChg chg="addSp delSp modSp mod">
        <pc:chgData name="Tommy Köhler" userId="13abbf2dbdebdc1d" providerId="LiveId" clId="{A6ADD359-6B9C-4101-B7F8-EACBAA487127}" dt="2023-05-09T06:06:06.105" v="26" actId="20577"/>
        <pc:sldMkLst>
          <pc:docMk/>
          <pc:sldMk cId="2790293173" sldId="299"/>
        </pc:sldMkLst>
        <pc:spChg chg="mod">
          <ac:chgData name="Tommy Köhler" userId="13abbf2dbdebdc1d" providerId="LiveId" clId="{A6ADD359-6B9C-4101-B7F8-EACBAA487127}" dt="2023-05-09T06:05:56.664" v="6" actId="404"/>
          <ac:spMkLst>
            <pc:docMk/>
            <pc:sldMk cId="2790293173" sldId="299"/>
            <ac:spMk id="14" creationId="{F3F37CF0-D2A9-49C4-A0F1-3B9930CA9E6F}"/>
          </ac:spMkLst>
        </pc:spChg>
        <pc:spChg chg="mod">
          <ac:chgData name="Tommy Köhler" userId="13abbf2dbdebdc1d" providerId="LiveId" clId="{A6ADD359-6B9C-4101-B7F8-EACBAA487127}" dt="2023-05-09T06:06:06.105" v="26" actId="20577"/>
          <ac:spMkLst>
            <pc:docMk/>
            <pc:sldMk cId="2790293173" sldId="299"/>
            <ac:spMk id="15" creationId="{508B0A75-9287-47F2-919A-6ED5778AB382}"/>
          </ac:spMkLst>
        </pc:spChg>
        <pc:graphicFrameChg chg="add del mod">
          <ac:chgData name="Tommy Köhler" userId="13abbf2dbdebdc1d" providerId="LiveId" clId="{A6ADD359-6B9C-4101-B7F8-EACBAA487127}" dt="2023-05-09T06:05:35.538" v="1"/>
          <ac:graphicFrameMkLst>
            <pc:docMk/>
            <pc:sldMk cId="2790293173" sldId="299"/>
            <ac:graphicFrameMk id="2" creationId="{87515324-A091-E7E3-12EE-9619CF6F10F2}"/>
          </ac:graphicFrameMkLst>
        </pc:graphicFrameChg>
      </pc:sldChg>
      <pc:sldChg chg="modSp mod modNotesTx">
        <pc:chgData name="Tommy Köhler" userId="13abbf2dbdebdc1d" providerId="LiveId" clId="{A6ADD359-6B9C-4101-B7F8-EACBAA487127}" dt="2023-05-21T14:22:28.186" v="9741" actId="20577"/>
        <pc:sldMkLst>
          <pc:docMk/>
          <pc:sldMk cId="3562175725" sldId="310"/>
        </pc:sldMkLst>
        <pc:spChg chg="mod">
          <ac:chgData name="Tommy Köhler" userId="13abbf2dbdebdc1d" providerId="LiveId" clId="{A6ADD359-6B9C-4101-B7F8-EACBAA487127}" dt="2023-05-21T14:22:28.186" v="9741" actId="20577"/>
          <ac:spMkLst>
            <pc:docMk/>
            <pc:sldMk cId="3562175725" sldId="310"/>
            <ac:spMk id="3" creationId="{1E8C7705-5F74-4EC2-85BF-E8D3BD2E42F3}"/>
          </ac:spMkLst>
        </pc:spChg>
      </pc:sldChg>
      <pc:sldChg chg="del">
        <pc:chgData name="Tommy Köhler" userId="13abbf2dbdebdc1d" providerId="LiveId" clId="{A6ADD359-6B9C-4101-B7F8-EACBAA487127}" dt="2023-05-09T06:07:38.807" v="40" actId="47"/>
        <pc:sldMkLst>
          <pc:docMk/>
          <pc:sldMk cId="2329510475" sldId="317"/>
        </pc:sldMkLst>
      </pc:sldChg>
      <pc:sldChg chg="del">
        <pc:chgData name="Tommy Köhler" userId="13abbf2dbdebdc1d" providerId="LiveId" clId="{A6ADD359-6B9C-4101-B7F8-EACBAA487127}" dt="2023-05-09T06:07:29.688" v="27" actId="47"/>
        <pc:sldMkLst>
          <pc:docMk/>
          <pc:sldMk cId="2814419855" sldId="318"/>
        </pc:sldMkLst>
      </pc:sldChg>
      <pc:sldChg chg="del">
        <pc:chgData name="Tommy Köhler" userId="13abbf2dbdebdc1d" providerId="LiveId" clId="{A6ADD359-6B9C-4101-B7F8-EACBAA487127}" dt="2023-05-09T06:07:30.498" v="28" actId="47"/>
        <pc:sldMkLst>
          <pc:docMk/>
          <pc:sldMk cId="4074393456" sldId="319"/>
        </pc:sldMkLst>
      </pc:sldChg>
      <pc:sldChg chg="del">
        <pc:chgData name="Tommy Köhler" userId="13abbf2dbdebdc1d" providerId="LiveId" clId="{A6ADD359-6B9C-4101-B7F8-EACBAA487127}" dt="2023-05-09T06:07:31.277" v="29" actId="47"/>
        <pc:sldMkLst>
          <pc:docMk/>
          <pc:sldMk cId="2648327227" sldId="320"/>
        </pc:sldMkLst>
      </pc:sldChg>
      <pc:sldChg chg="addSp delSp modSp mod modNotesTx">
        <pc:chgData name="Tommy Köhler" userId="13abbf2dbdebdc1d" providerId="LiveId" clId="{A6ADD359-6B9C-4101-B7F8-EACBAA487127}" dt="2023-05-21T17:09:54.351" v="9743" actId="2711"/>
        <pc:sldMkLst>
          <pc:docMk/>
          <pc:sldMk cId="1972962824" sldId="321"/>
        </pc:sldMkLst>
        <pc:spChg chg="mod">
          <ac:chgData name="Tommy Köhler" userId="13abbf2dbdebdc1d" providerId="LiveId" clId="{A6ADD359-6B9C-4101-B7F8-EACBAA487127}" dt="2023-05-09T07:11:57.468" v="238" actId="20577"/>
          <ac:spMkLst>
            <pc:docMk/>
            <pc:sldMk cId="1972962824" sldId="321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21T17:09:54.351" v="9743" actId="2711"/>
          <ac:spMkLst>
            <pc:docMk/>
            <pc:sldMk cId="1972962824" sldId="321"/>
            <ac:spMk id="3" creationId="{021119A0-A96A-42B3-9AC4-9A31176F4006}"/>
          </ac:spMkLst>
        </pc:spChg>
        <pc:spChg chg="del mod">
          <ac:chgData name="Tommy Köhler" userId="13abbf2dbdebdc1d" providerId="LiveId" clId="{A6ADD359-6B9C-4101-B7F8-EACBAA487127}" dt="2023-05-09T07:12:03.232" v="240" actId="478"/>
          <ac:spMkLst>
            <pc:docMk/>
            <pc:sldMk cId="1972962824" sldId="321"/>
            <ac:spMk id="8" creationId="{009BE885-6308-438F-9AC0-0A393E90F7B5}"/>
          </ac:spMkLst>
        </pc:spChg>
        <pc:picChg chg="add del mod">
          <ac:chgData name="Tommy Köhler" userId="13abbf2dbdebdc1d" providerId="LiveId" clId="{A6ADD359-6B9C-4101-B7F8-EACBAA487127}" dt="2023-05-09T07:12:10.417" v="245" actId="478"/>
          <ac:picMkLst>
            <pc:docMk/>
            <pc:sldMk cId="1972962824" sldId="321"/>
            <ac:picMk id="7" creationId="{7303C93C-61D3-6CE5-F1BF-CFFA80791214}"/>
          </ac:picMkLst>
        </pc:picChg>
      </pc:sldChg>
      <pc:sldChg chg="del">
        <pc:chgData name="Tommy Köhler" userId="13abbf2dbdebdc1d" providerId="LiveId" clId="{A6ADD359-6B9C-4101-B7F8-EACBAA487127}" dt="2023-05-09T06:07:39.470" v="42" actId="47"/>
        <pc:sldMkLst>
          <pc:docMk/>
          <pc:sldMk cId="3667132817" sldId="322"/>
        </pc:sldMkLst>
      </pc:sldChg>
      <pc:sldChg chg="del">
        <pc:chgData name="Tommy Köhler" userId="13abbf2dbdebdc1d" providerId="LiveId" clId="{A6ADD359-6B9C-4101-B7F8-EACBAA487127}" dt="2023-05-09T06:07:34.832" v="31" actId="47"/>
        <pc:sldMkLst>
          <pc:docMk/>
          <pc:sldMk cId="4179998919" sldId="323"/>
        </pc:sldMkLst>
      </pc:sldChg>
      <pc:sldChg chg="del">
        <pc:chgData name="Tommy Köhler" userId="13abbf2dbdebdc1d" providerId="LiveId" clId="{A6ADD359-6B9C-4101-B7F8-EACBAA487127}" dt="2023-05-09T06:07:33.374" v="30" actId="47"/>
        <pc:sldMkLst>
          <pc:docMk/>
          <pc:sldMk cId="2171647200" sldId="324"/>
        </pc:sldMkLst>
      </pc:sldChg>
      <pc:sldChg chg="del">
        <pc:chgData name="Tommy Köhler" userId="13abbf2dbdebdc1d" providerId="LiveId" clId="{A6ADD359-6B9C-4101-B7F8-EACBAA487127}" dt="2023-05-09T06:07:35.591" v="32" actId="47"/>
        <pc:sldMkLst>
          <pc:docMk/>
          <pc:sldMk cId="755098020" sldId="325"/>
        </pc:sldMkLst>
      </pc:sldChg>
      <pc:sldChg chg="del">
        <pc:chgData name="Tommy Köhler" userId="13abbf2dbdebdc1d" providerId="LiveId" clId="{A6ADD359-6B9C-4101-B7F8-EACBAA487127}" dt="2023-05-09T06:07:35.916" v="33" actId="47"/>
        <pc:sldMkLst>
          <pc:docMk/>
          <pc:sldMk cId="4220167172" sldId="326"/>
        </pc:sldMkLst>
      </pc:sldChg>
      <pc:sldChg chg="modSp add mod modNotesTx">
        <pc:chgData name="Tommy Köhler" userId="13abbf2dbdebdc1d" providerId="LiveId" clId="{A6ADD359-6B9C-4101-B7F8-EACBAA487127}" dt="2023-05-21T17:16:07.339" v="9746" actId="2711"/>
        <pc:sldMkLst>
          <pc:docMk/>
          <pc:sldMk cId="1501869675" sldId="328"/>
        </pc:sldMkLst>
        <pc:spChg chg="mod">
          <ac:chgData name="Tommy Köhler" userId="13abbf2dbdebdc1d" providerId="LiveId" clId="{A6ADD359-6B9C-4101-B7F8-EACBAA487127}" dt="2023-05-16T18:48:55.715" v="2387" actId="20577"/>
          <ac:spMkLst>
            <pc:docMk/>
            <pc:sldMk cId="1501869675" sldId="328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21T17:16:07.339" v="9746" actId="2711"/>
          <ac:spMkLst>
            <pc:docMk/>
            <pc:sldMk cId="1501869675" sldId="328"/>
            <ac:spMk id="3" creationId="{021119A0-A96A-42B3-9AC4-9A31176F4006}"/>
          </ac:spMkLst>
        </pc:spChg>
      </pc:sldChg>
      <pc:sldChg chg="del">
        <pc:chgData name="Tommy Köhler" userId="13abbf2dbdebdc1d" providerId="LiveId" clId="{A6ADD359-6B9C-4101-B7F8-EACBAA487127}" dt="2023-05-09T06:07:36.240" v="34" actId="47"/>
        <pc:sldMkLst>
          <pc:docMk/>
          <pc:sldMk cId="2239349765" sldId="328"/>
        </pc:sldMkLst>
      </pc:sldChg>
      <pc:sldChg chg="addSp modSp add mod ord">
        <pc:chgData name="Tommy Köhler" userId="13abbf2dbdebdc1d" providerId="LiveId" clId="{A6ADD359-6B9C-4101-B7F8-EACBAA487127}" dt="2023-05-16T18:35:43.975" v="2349" actId="1076"/>
        <pc:sldMkLst>
          <pc:docMk/>
          <pc:sldMk cId="806394693" sldId="329"/>
        </pc:sldMkLst>
        <pc:spChg chg="mod">
          <ac:chgData name="Tommy Köhler" userId="13abbf2dbdebdc1d" providerId="LiveId" clId="{A6ADD359-6B9C-4101-B7F8-EACBAA487127}" dt="2023-05-09T07:43:16.891" v="1273" actId="20577"/>
          <ac:spMkLst>
            <pc:docMk/>
            <pc:sldMk cId="806394693" sldId="329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09T07:43:18.677" v="1274" actId="20577"/>
          <ac:spMkLst>
            <pc:docMk/>
            <pc:sldMk cId="806394693" sldId="329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6T18:35:43.975" v="2349" actId="1076"/>
          <ac:picMkLst>
            <pc:docMk/>
            <pc:sldMk cId="806394693" sldId="329"/>
            <ac:picMk id="8" creationId="{7B0A7E9B-1847-398A-9061-4E759F7872ED}"/>
          </ac:picMkLst>
        </pc:picChg>
      </pc:sldChg>
      <pc:sldChg chg="del">
        <pc:chgData name="Tommy Köhler" userId="13abbf2dbdebdc1d" providerId="LiveId" clId="{A6ADD359-6B9C-4101-B7F8-EACBAA487127}" dt="2023-05-09T06:07:36.604" v="35" actId="47"/>
        <pc:sldMkLst>
          <pc:docMk/>
          <pc:sldMk cId="3880670092" sldId="329"/>
        </pc:sldMkLst>
      </pc:sldChg>
      <pc:sldChg chg="del">
        <pc:chgData name="Tommy Köhler" userId="13abbf2dbdebdc1d" providerId="LiveId" clId="{A6ADD359-6B9C-4101-B7F8-EACBAA487127}" dt="2023-05-09T06:07:36.989" v="36" actId="47"/>
        <pc:sldMkLst>
          <pc:docMk/>
          <pc:sldMk cId="458245040" sldId="330"/>
        </pc:sldMkLst>
      </pc:sldChg>
      <pc:sldChg chg="modSp add mod ord">
        <pc:chgData name="Tommy Köhler" userId="13abbf2dbdebdc1d" providerId="LiveId" clId="{A6ADD359-6B9C-4101-B7F8-EACBAA487127}" dt="2023-05-09T09:17:01.886" v="2072"/>
        <pc:sldMkLst>
          <pc:docMk/>
          <pc:sldMk cId="1637355522" sldId="330"/>
        </pc:sldMkLst>
        <pc:spChg chg="mod">
          <ac:chgData name="Tommy Köhler" userId="13abbf2dbdebdc1d" providerId="LiveId" clId="{A6ADD359-6B9C-4101-B7F8-EACBAA487127}" dt="2023-05-09T07:43:50.653" v="1300" actId="20577"/>
          <ac:spMkLst>
            <pc:docMk/>
            <pc:sldMk cId="1637355522" sldId="330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09T09:17:01.886" v="2072"/>
          <ac:spMkLst>
            <pc:docMk/>
            <pc:sldMk cId="1637355522" sldId="330"/>
            <ac:spMk id="3" creationId="{021119A0-A96A-42B3-9AC4-9A31176F4006}"/>
          </ac:spMkLst>
        </pc:spChg>
      </pc:sldChg>
      <pc:sldChg chg="delSp modSp add mod">
        <pc:chgData name="Tommy Köhler" userId="13abbf2dbdebdc1d" providerId="LiveId" clId="{A6ADD359-6B9C-4101-B7F8-EACBAA487127}" dt="2023-05-21T17:14:37.246" v="9745" actId="20577"/>
        <pc:sldMkLst>
          <pc:docMk/>
          <pc:sldMk cId="1190676446" sldId="331"/>
        </pc:sldMkLst>
        <pc:spChg chg="mod">
          <ac:chgData name="Tommy Köhler" userId="13abbf2dbdebdc1d" providerId="LiveId" clId="{A6ADD359-6B9C-4101-B7F8-EACBAA487127}" dt="2023-05-16T18:26:28.442" v="2095" actId="20577"/>
          <ac:spMkLst>
            <pc:docMk/>
            <pc:sldMk cId="1190676446" sldId="331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21T17:14:37.246" v="9745" actId="20577"/>
          <ac:spMkLst>
            <pc:docMk/>
            <pc:sldMk cId="1190676446" sldId="331"/>
            <ac:spMk id="3" creationId="{021119A0-A96A-42B3-9AC4-9A31176F4006}"/>
          </ac:spMkLst>
        </pc:spChg>
        <pc:picChg chg="del">
          <ac:chgData name="Tommy Köhler" userId="13abbf2dbdebdc1d" providerId="LiveId" clId="{A6ADD359-6B9C-4101-B7F8-EACBAA487127}" dt="2023-05-16T16:07:50.938" v="2074" actId="478"/>
          <ac:picMkLst>
            <pc:docMk/>
            <pc:sldMk cId="1190676446" sldId="331"/>
            <ac:picMk id="8" creationId="{7B0A7E9B-1847-398A-9061-4E759F7872ED}"/>
          </ac:picMkLst>
        </pc:picChg>
      </pc:sldChg>
      <pc:sldChg chg="del">
        <pc:chgData name="Tommy Köhler" userId="13abbf2dbdebdc1d" providerId="LiveId" clId="{A6ADD359-6B9C-4101-B7F8-EACBAA487127}" dt="2023-05-09T06:07:39.120" v="41" actId="47"/>
        <pc:sldMkLst>
          <pc:docMk/>
          <pc:sldMk cId="3541387186" sldId="331"/>
        </pc:sldMkLst>
      </pc:sldChg>
      <pc:sldChg chg="addSp delSp modSp add mod">
        <pc:chgData name="Tommy Köhler" userId="13abbf2dbdebdc1d" providerId="LiveId" clId="{A6ADD359-6B9C-4101-B7F8-EACBAA487127}" dt="2023-05-21T18:27:02.927" v="9841" actId="20577"/>
        <pc:sldMkLst>
          <pc:docMk/>
          <pc:sldMk cId="1103984660" sldId="332"/>
        </pc:sldMkLst>
        <pc:spChg chg="mod">
          <ac:chgData name="Tommy Köhler" userId="13abbf2dbdebdc1d" providerId="LiveId" clId="{A6ADD359-6B9C-4101-B7F8-EACBAA487127}" dt="2023-05-21T14:21:35.104" v="9721"/>
          <ac:spMkLst>
            <pc:docMk/>
            <pc:sldMk cId="1103984660" sldId="332"/>
            <ac:spMk id="2" creationId="{825D129C-A6AB-4D53-AD31-B3843FB261CA}"/>
          </ac:spMkLst>
        </pc:spChg>
        <pc:spChg chg="del mod">
          <ac:chgData name="Tommy Köhler" userId="13abbf2dbdebdc1d" providerId="LiveId" clId="{A6ADD359-6B9C-4101-B7F8-EACBAA487127}" dt="2023-05-16T19:18:19.584" v="4987"/>
          <ac:spMkLst>
            <pc:docMk/>
            <pc:sldMk cId="1103984660" sldId="332"/>
            <ac:spMk id="3" creationId="{021119A0-A96A-42B3-9AC4-9A31176F4006}"/>
          </ac:spMkLst>
        </pc:spChg>
        <pc:spChg chg="add del mod">
          <ac:chgData name="Tommy Köhler" userId="13abbf2dbdebdc1d" providerId="LiveId" clId="{A6ADD359-6B9C-4101-B7F8-EACBAA487127}" dt="2023-05-16T19:21:13.231" v="5329"/>
          <ac:spMkLst>
            <pc:docMk/>
            <pc:sldMk cId="1103984660" sldId="332"/>
            <ac:spMk id="8" creationId="{9FC35A67-DE77-A7A6-7E5B-0BFEA593BA9B}"/>
          </ac:spMkLst>
        </pc:spChg>
        <pc:spChg chg="add mod">
          <ac:chgData name="Tommy Köhler" userId="13abbf2dbdebdc1d" providerId="LiveId" clId="{A6ADD359-6B9C-4101-B7F8-EACBAA487127}" dt="2023-05-21T18:27:02.927" v="9841" actId="20577"/>
          <ac:spMkLst>
            <pc:docMk/>
            <pc:sldMk cId="1103984660" sldId="332"/>
            <ac:spMk id="9" creationId="{C292182F-43AD-087D-9340-5736A8946583}"/>
          </ac:spMkLst>
        </pc:spChg>
        <pc:picChg chg="add mod">
          <ac:chgData name="Tommy Köhler" userId="13abbf2dbdebdc1d" providerId="LiveId" clId="{A6ADD359-6B9C-4101-B7F8-EACBAA487127}" dt="2023-05-16T19:18:19.584" v="4987"/>
          <ac:picMkLst>
            <pc:docMk/>
            <pc:sldMk cId="1103984660" sldId="332"/>
            <ac:picMk id="7" creationId="{84CB783A-7981-5A4C-FB51-95F3BE0D8020}"/>
          </ac:picMkLst>
        </pc:picChg>
      </pc:sldChg>
      <pc:sldChg chg="del">
        <pc:chgData name="Tommy Köhler" userId="13abbf2dbdebdc1d" providerId="LiveId" clId="{A6ADD359-6B9C-4101-B7F8-EACBAA487127}" dt="2023-05-09T06:07:37.316" v="37" actId="47"/>
        <pc:sldMkLst>
          <pc:docMk/>
          <pc:sldMk cId="2008360242" sldId="332"/>
        </pc:sldMkLst>
      </pc:sldChg>
      <pc:sldChg chg="modSp add mod">
        <pc:chgData name="Tommy Köhler" userId="13abbf2dbdebdc1d" providerId="LiveId" clId="{A6ADD359-6B9C-4101-B7F8-EACBAA487127}" dt="2023-05-21T14:21:08.008" v="9711" actId="20577"/>
        <pc:sldMkLst>
          <pc:docMk/>
          <pc:sldMk cId="1952836013" sldId="333"/>
        </pc:sldMkLst>
        <pc:spChg chg="mod">
          <ac:chgData name="Tommy Köhler" userId="13abbf2dbdebdc1d" providerId="LiveId" clId="{A6ADD359-6B9C-4101-B7F8-EACBAA487127}" dt="2023-05-21T14:21:08.008" v="9711" actId="20577"/>
          <ac:spMkLst>
            <pc:docMk/>
            <pc:sldMk cId="1952836013" sldId="333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06:37.513" v="3785" actId="20577"/>
          <ac:spMkLst>
            <pc:docMk/>
            <pc:sldMk cId="1952836013" sldId="333"/>
            <ac:spMk id="3" creationId="{021119A0-A96A-42B3-9AC4-9A31176F4006}"/>
          </ac:spMkLst>
        </pc:spChg>
      </pc:sldChg>
      <pc:sldChg chg="del">
        <pc:chgData name="Tommy Köhler" userId="13abbf2dbdebdc1d" providerId="LiveId" clId="{A6ADD359-6B9C-4101-B7F8-EACBAA487127}" dt="2023-05-09T06:07:37.839" v="38" actId="47"/>
        <pc:sldMkLst>
          <pc:docMk/>
          <pc:sldMk cId="2746166142" sldId="333"/>
        </pc:sldMkLst>
      </pc:sldChg>
      <pc:sldChg chg="del">
        <pc:chgData name="Tommy Köhler" userId="13abbf2dbdebdc1d" providerId="LiveId" clId="{A6ADD359-6B9C-4101-B7F8-EACBAA487127}" dt="2023-05-09T06:07:38.115" v="39" actId="47"/>
        <pc:sldMkLst>
          <pc:docMk/>
          <pc:sldMk cId="199752756" sldId="334"/>
        </pc:sldMkLst>
      </pc:sldChg>
      <pc:sldChg chg="addSp modSp add mod">
        <pc:chgData name="Tommy Köhler" userId="13abbf2dbdebdc1d" providerId="LiveId" clId="{A6ADD359-6B9C-4101-B7F8-EACBAA487127}" dt="2023-05-21T14:21:19.806" v="9716" actId="20577"/>
        <pc:sldMkLst>
          <pc:docMk/>
          <pc:sldMk cId="2885116332" sldId="334"/>
        </pc:sldMkLst>
        <pc:spChg chg="mod">
          <ac:chgData name="Tommy Köhler" userId="13abbf2dbdebdc1d" providerId="LiveId" clId="{A6ADD359-6B9C-4101-B7F8-EACBAA487127}" dt="2023-05-21T14:21:19.806" v="9716" actId="20577"/>
          <ac:spMkLst>
            <pc:docMk/>
            <pc:sldMk cId="2885116332" sldId="334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10:18.434" v="4283" actId="20577"/>
          <ac:spMkLst>
            <pc:docMk/>
            <pc:sldMk cId="2885116332" sldId="334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6T19:08:57.457" v="3984" actId="1076"/>
          <ac:picMkLst>
            <pc:docMk/>
            <pc:sldMk cId="2885116332" sldId="334"/>
            <ac:picMk id="8" creationId="{275A40D8-4B60-7A88-EC84-B2B821B3C5F6}"/>
          </ac:picMkLst>
        </pc:picChg>
      </pc:sldChg>
      <pc:sldChg chg="addSp delSp modSp add mod">
        <pc:chgData name="Tommy Köhler" userId="13abbf2dbdebdc1d" providerId="LiveId" clId="{A6ADD359-6B9C-4101-B7F8-EACBAA487127}" dt="2023-05-21T14:21:23.685" v="9717"/>
        <pc:sldMkLst>
          <pc:docMk/>
          <pc:sldMk cId="874485996" sldId="335"/>
        </pc:sldMkLst>
        <pc:spChg chg="mod">
          <ac:chgData name="Tommy Köhler" userId="13abbf2dbdebdc1d" providerId="LiveId" clId="{A6ADD359-6B9C-4101-B7F8-EACBAA487127}" dt="2023-05-21T14:21:23.685" v="9717"/>
          <ac:spMkLst>
            <pc:docMk/>
            <pc:sldMk cId="874485996" sldId="335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12:21.259" v="4491" actId="20577"/>
          <ac:spMkLst>
            <pc:docMk/>
            <pc:sldMk cId="874485996" sldId="335"/>
            <ac:spMk id="3" creationId="{021119A0-A96A-42B3-9AC4-9A31176F4006}"/>
          </ac:spMkLst>
        </pc:spChg>
        <pc:picChg chg="del">
          <ac:chgData name="Tommy Köhler" userId="13abbf2dbdebdc1d" providerId="LiveId" clId="{A6ADD359-6B9C-4101-B7F8-EACBAA487127}" dt="2023-05-16T19:10:29.336" v="4285" actId="478"/>
          <ac:picMkLst>
            <pc:docMk/>
            <pc:sldMk cId="874485996" sldId="335"/>
            <ac:picMk id="8" creationId="{275A40D8-4B60-7A88-EC84-B2B821B3C5F6}"/>
          </ac:picMkLst>
        </pc:picChg>
        <pc:picChg chg="add mod">
          <ac:chgData name="Tommy Köhler" userId="13abbf2dbdebdc1d" providerId="LiveId" clId="{A6ADD359-6B9C-4101-B7F8-EACBAA487127}" dt="2023-05-16T19:12:26.172" v="4494" actId="1076"/>
          <ac:picMkLst>
            <pc:docMk/>
            <pc:sldMk cId="874485996" sldId="335"/>
            <ac:picMk id="9" creationId="{FC17FE72-A55A-4D39-4BDF-29FBB490F7C1}"/>
          </ac:picMkLst>
        </pc:picChg>
      </pc:sldChg>
      <pc:sldChg chg="addSp modSp add mod">
        <pc:chgData name="Tommy Köhler" userId="13abbf2dbdebdc1d" providerId="LiveId" clId="{A6ADD359-6B9C-4101-B7F8-EACBAA487127}" dt="2023-05-21T14:21:26.795" v="9718"/>
        <pc:sldMkLst>
          <pc:docMk/>
          <pc:sldMk cId="1836874027" sldId="336"/>
        </pc:sldMkLst>
        <pc:spChg chg="mod">
          <ac:chgData name="Tommy Köhler" userId="13abbf2dbdebdc1d" providerId="LiveId" clId="{A6ADD359-6B9C-4101-B7F8-EACBAA487127}" dt="2023-05-21T14:21:26.795" v="9718"/>
          <ac:spMkLst>
            <pc:docMk/>
            <pc:sldMk cId="1836874027" sldId="336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14:07.797" v="4613" actId="20577"/>
          <ac:spMkLst>
            <pc:docMk/>
            <pc:sldMk cId="1836874027" sldId="336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6T19:14:14.611" v="4616" actId="1076"/>
          <ac:picMkLst>
            <pc:docMk/>
            <pc:sldMk cId="1836874027" sldId="336"/>
            <ac:picMk id="8" creationId="{A4EFC492-A8E6-F067-88BC-FD116F2D0574}"/>
          </ac:picMkLst>
        </pc:picChg>
      </pc:sldChg>
      <pc:sldChg chg="addSp modSp add mod">
        <pc:chgData name="Tommy Köhler" userId="13abbf2dbdebdc1d" providerId="LiveId" clId="{A6ADD359-6B9C-4101-B7F8-EACBAA487127}" dt="2023-05-21T14:21:29.780" v="9719"/>
        <pc:sldMkLst>
          <pc:docMk/>
          <pc:sldMk cId="4276522276" sldId="337"/>
        </pc:sldMkLst>
        <pc:spChg chg="mod">
          <ac:chgData name="Tommy Köhler" userId="13abbf2dbdebdc1d" providerId="LiveId" clId="{A6ADD359-6B9C-4101-B7F8-EACBAA487127}" dt="2023-05-21T14:21:29.780" v="9719"/>
          <ac:spMkLst>
            <pc:docMk/>
            <pc:sldMk cId="4276522276" sldId="337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14:45.555" v="4677" actId="20577"/>
          <ac:spMkLst>
            <pc:docMk/>
            <pc:sldMk cId="4276522276" sldId="337"/>
            <ac:spMk id="3" creationId="{021119A0-A96A-42B3-9AC4-9A31176F4006}"/>
          </ac:spMkLst>
        </pc:spChg>
        <pc:picChg chg="add mod modCrop">
          <ac:chgData name="Tommy Köhler" userId="13abbf2dbdebdc1d" providerId="LiveId" clId="{A6ADD359-6B9C-4101-B7F8-EACBAA487127}" dt="2023-05-16T19:15:09.440" v="4688" actId="14100"/>
          <ac:picMkLst>
            <pc:docMk/>
            <pc:sldMk cId="4276522276" sldId="337"/>
            <ac:picMk id="8" creationId="{397C64EC-F129-3F88-041C-D0837AEDC06F}"/>
          </ac:picMkLst>
        </pc:picChg>
      </pc:sldChg>
      <pc:sldChg chg="addSp delSp modSp add mod">
        <pc:chgData name="Tommy Köhler" userId="13abbf2dbdebdc1d" providerId="LiveId" clId="{A6ADD359-6B9C-4101-B7F8-EACBAA487127}" dt="2023-05-21T14:21:32.229" v="9720"/>
        <pc:sldMkLst>
          <pc:docMk/>
          <pc:sldMk cId="1531685196" sldId="338"/>
        </pc:sldMkLst>
        <pc:spChg chg="mod">
          <ac:chgData name="Tommy Köhler" userId="13abbf2dbdebdc1d" providerId="LiveId" clId="{A6ADD359-6B9C-4101-B7F8-EACBAA487127}" dt="2023-05-21T14:21:32.229" v="9720"/>
          <ac:spMkLst>
            <pc:docMk/>
            <pc:sldMk cId="1531685196" sldId="338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20:58.190" v="5326" actId="20577"/>
          <ac:spMkLst>
            <pc:docMk/>
            <pc:sldMk cId="1531685196" sldId="338"/>
            <ac:spMk id="3" creationId="{021119A0-A96A-42B3-9AC4-9A31176F4006}"/>
          </ac:spMkLst>
        </pc:spChg>
        <pc:picChg chg="add del mod ord modCrop">
          <ac:chgData name="Tommy Köhler" userId="13abbf2dbdebdc1d" providerId="LiveId" clId="{A6ADD359-6B9C-4101-B7F8-EACBAA487127}" dt="2023-05-16T19:18:17.798" v="4986" actId="21"/>
          <ac:picMkLst>
            <pc:docMk/>
            <pc:sldMk cId="1531685196" sldId="338"/>
            <ac:picMk id="8" creationId="{2DD71C2E-3981-71E4-BCF8-69E99686FC35}"/>
          </ac:picMkLst>
        </pc:picChg>
        <pc:picChg chg="add mod">
          <ac:chgData name="Tommy Köhler" userId="13abbf2dbdebdc1d" providerId="LiveId" clId="{A6ADD359-6B9C-4101-B7F8-EACBAA487127}" dt="2023-05-16T19:20:10.204" v="5189" actId="1076"/>
          <ac:picMkLst>
            <pc:docMk/>
            <pc:sldMk cId="1531685196" sldId="338"/>
            <ac:picMk id="10" creationId="{9D3D3279-77FF-CFF6-82E9-A2DC0EFC7076}"/>
          </ac:picMkLst>
        </pc:picChg>
      </pc:sldChg>
      <pc:sldChg chg="addSp modSp add mod">
        <pc:chgData name="Tommy Köhler" userId="13abbf2dbdebdc1d" providerId="LiveId" clId="{A6ADD359-6B9C-4101-B7F8-EACBAA487127}" dt="2023-05-21T14:21:37.585" v="9722"/>
        <pc:sldMkLst>
          <pc:docMk/>
          <pc:sldMk cId="3528813043" sldId="339"/>
        </pc:sldMkLst>
        <pc:spChg chg="mod">
          <ac:chgData name="Tommy Köhler" userId="13abbf2dbdebdc1d" providerId="LiveId" clId="{A6ADD359-6B9C-4101-B7F8-EACBAA487127}" dt="2023-05-21T14:21:37.585" v="9722"/>
          <ac:spMkLst>
            <pc:docMk/>
            <pc:sldMk cId="3528813043" sldId="339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24:44.647" v="5788" actId="20577"/>
          <ac:spMkLst>
            <pc:docMk/>
            <pc:sldMk cId="3528813043" sldId="339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6T19:25:09.674" v="5797" actId="1076"/>
          <ac:picMkLst>
            <pc:docMk/>
            <pc:sldMk cId="3528813043" sldId="339"/>
            <ac:picMk id="8" creationId="{151C3D9F-19D9-6C60-1DCC-0140F1228935}"/>
          </ac:picMkLst>
        </pc:picChg>
      </pc:sldChg>
      <pc:sldChg chg="modSp add mod ord">
        <pc:chgData name="Tommy Köhler" userId="13abbf2dbdebdc1d" providerId="LiveId" clId="{A6ADD359-6B9C-4101-B7F8-EACBAA487127}" dt="2023-05-21T18:36:15.355" v="9906" actId="20577"/>
        <pc:sldMkLst>
          <pc:docMk/>
          <pc:sldMk cId="1494156708" sldId="340"/>
        </pc:sldMkLst>
        <pc:spChg chg="mod">
          <ac:chgData name="Tommy Köhler" userId="13abbf2dbdebdc1d" providerId="LiveId" clId="{A6ADD359-6B9C-4101-B7F8-EACBAA487127}" dt="2023-05-21T14:21:42.851" v="9724"/>
          <ac:spMkLst>
            <pc:docMk/>
            <pc:sldMk cId="1494156708" sldId="340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21T18:36:15.355" v="9906" actId="20577"/>
          <ac:spMkLst>
            <pc:docMk/>
            <pc:sldMk cId="1494156708" sldId="340"/>
            <ac:spMk id="3" creationId="{021119A0-A96A-42B3-9AC4-9A31176F4006}"/>
          </ac:spMkLst>
        </pc:spChg>
      </pc:sldChg>
      <pc:sldChg chg="add ord">
        <pc:chgData name="Tommy Köhler" userId="13abbf2dbdebdc1d" providerId="LiveId" clId="{A6ADD359-6B9C-4101-B7F8-EACBAA487127}" dt="2023-05-18T12:51:25.179" v="6748"/>
        <pc:sldMkLst>
          <pc:docMk/>
          <pc:sldMk cId="696964793" sldId="341"/>
        </pc:sldMkLst>
      </pc:sldChg>
      <pc:sldChg chg="addSp modSp add mod">
        <pc:chgData name="Tommy Köhler" userId="13abbf2dbdebdc1d" providerId="LiveId" clId="{A6ADD359-6B9C-4101-B7F8-EACBAA487127}" dt="2023-05-21T14:21:40.317" v="9723"/>
        <pc:sldMkLst>
          <pc:docMk/>
          <pc:sldMk cId="2778337875" sldId="342"/>
        </pc:sldMkLst>
        <pc:spChg chg="mod">
          <ac:chgData name="Tommy Köhler" userId="13abbf2dbdebdc1d" providerId="LiveId" clId="{A6ADD359-6B9C-4101-B7F8-EACBAA487127}" dt="2023-05-21T14:21:40.317" v="9723"/>
          <ac:spMkLst>
            <pc:docMk/>
            <pc:sldMk cId="2778337875" sldId="342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6T19:40:02.759" v="6360" actId="20577"/>
          <ac:spMkLst>
            <pc:docMk/>
            <pc:sldMk cId="2778337875" sldId="342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6T19:40:07.504" v="6361" actId="1076"/>
          <ac:picMkLst>
            <pc:docMk/>
            <pc:sldMk cId="2778337875" sldId="342"/>
            <ac:picMk id="8" creationId="{A6B029B0-26E7-221B-0BDA-57E2F9CB7446}"/>
          </ac:picMkLst>
        </pc:picChg>
      </pc:sldChg>
      <pc:sldChg chg="modSp add mod">
        <pc:chgData name="Tommy Köhler" userId="13abbf2dbdebdc1d" providerId="LiveId" clId="{A6ADD359-6B9C-4101-B7F8-EACBAA487127}" dt="2023-05-18T13:24:32.619" v="7957" actId="2711"/>
        <pc:sldMkLst>
          <pc:docMk/>
          <pc:sldMk cId="3704793118" sldId="343"/>
        </pc:sldMkLst>
        <pc:spChg chg="mod">
          <ac:chgData name="Tommy Köhler" userId="13abbf2dbdebdc1d" providerId="LiveId" clId="{A6ADD359-6B9C-4101-B7F8-EACBAA487127}" dt="2023-05-18T13:05:35.471" v="6990" actId="20577"/>
          <ac:spMkLst>
            <pc:docMk/>
            <pc:sldMk cId="3704793118" sldId="343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18T13:24:32.619" v="7957" actId="2711"/>
          <ac:spMkLst>
            <pc:docMk/>
            <pc:sldMk cId="3704793118" sldId="343"/>
            <ac:spMk id="3" creationId="{021119A0-A96A-42B3-9AC4-9A31176F4006}"/>
          </ac:spMkLst>
        </pc:spChg>
      </pc:sldChg>
      <pc:sldChg chg="addSp modSp add mod">
        <pc:chgData name="Tommy Köhler" userId="13abbf2dbdebdc1d" providerId="LiveId" clId="{A6ADD359-6B9C-4101-B7F8-EACBAA487127}" dt="2023-05-18T14:36:14.949" v="9673" actId="313"/>
        <pc:sldMkLst>
          <pc:docMk/>
          <pc:sldMk cId="1496936382" sldId="344"/>
        </pc:sldMkLst>
        <pc:spChg chg="mod">
          <ac:chgData name="Tommy Köhler" userId="13abbf2dbdebdc1d" providerId="LiveId" clId="{A6ADD359-6B9C-4101-B7F8-EACBAA487127}" dt="2023-05-18T14:36:14.949" v="9673" actId="313"/>
          <ac:spMkLst>
            <pc:docMk/>
            <pc:sldMk cId="1496936382" sldId="344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8T14:35:10.149" v="9554" actId="1076"/>
          <ac:picMkLst>
            <pc:docMk/>
            <pc:sldMk cId="1496936382" sldId="344"/>
            <ac:picMk id="8" creationId="{1FB5BB41-97EF-90C4-8715-599589886C8A}"/>
          </ac:picMkLst>
        </pc:picChg>
        <pc:picChg chg="add mod">
          <ac:chgData name="Tommy Köhler" userId="13abbf2dbdebdc1d" providerId="LiveId" clId="{A6ADD359-6B9C-4101-B7F8-EACBAA487127}" dt="2023-05-18T14:35:59.560" v="9624" actId="1076"/>
          <ac:picMkLst>
            <pc:docMk/>
            <pc:sldMk cId="1496936382" sldId="344"/>
            <ac:picMk id="10" creationId="{7A82D60C-3CE3-5089-1820-5EFF6C960168}"/>
          </ac:picMkLst>
        </pc:picChg>
      </pc:sldChg>
      <pc:sldChg chg="addSp modSp add mod">
        <pc:chgData name="Tommy Köhler" userId="13abbf2dbdebdc1d" providerId="LiveId" clId="{A6ADD359-6B9C-4101-B7F8-EACBAA487127}" dt="2023-05-18T14:23:49.411" v="9036" actId="1076"/>
        <pc:sldMkLst>
          <pc:docMk/>
          <pc:sldMk cId="2032316168" sldId="345"/>
        </pc:sldMkLst>
        <pc:spChg chg="mod">
          <ac:chgData name="Tommy Köhler" userId="13abbf2dbdebdc1d" providerId="LiveId" clId="{A6ADD359-6B9C-4101-B7F8-EACBAA487127}" dt="2023-05-18T14:20:02.094" v="9001" actId="12"/>
          <ac:spMkLst>
            <pc:docMk/>
            <pc:sldMk cId="2032316168" sldId="345"/>
            <ac:spMk id="3" creationId="{021119A0-A96A-42B3-9AC4-9A31176F4006}"/>
          </ac:spMkLst>
        </pc:spChg>
        <pc:picChg chg="add mod ord">
          <ac:chgData name="Tommy Köhler" userId="13abbf2dbdebdc1d" providerId="LiveId" clId="{A6ADD359-6B9C-4101-B7F8-EACBAA487127}" dt="2023-05-18T14:23:42.910" v="9034" actId="1076"/>
          <ac:picMkLst>
            <pc:docMk/>
            <pc:sldMk cId="2032316168" sldId="345"/>
            <ac:picMk id="8" creationId="{D48CC603-2E6B-396B-5EF2-F8D864649E34}"/>
          </ac:picMkLst>
        </pc:picChg>
        <pc:picChg chg="add mod modCrop">
          <ac:chgData name="Tommy Köhler" userId="13abbf2dbdebdc1d" providerId="LiveId" clId="{A6ADD359-6B9C-4101-B7F8-EACBAA487127}" dt="2023-05-18T14:22:58.490" v="9020" actId="1076"/>
          <ac:picMkLst>
            <pc:docMk/>
            <pc:sldMk cId="2032316168" sldId="345"/>
            <ac:picMk id="10" creationId="{AD2E89D5-2A19-3742-1118-DD5C9A754053}"/>
          </ac:picMkLst>
        </pc:picChg>
        <pc:picChg chg="add mod">
          <ac:chgData name="Tommy Köhler" userId="13abbf2dbdebdc1d" providerId="LiveId" clId="{A6ADD359-6B9C-4101-B7F8-EACBAA487127}" dt="2023-05-18T14:23:49.411" v="9036" actId="1076"/>
          <ac:picMkLst>
            <pc:docMk/>
            <pc:sldMk cId="2032316168" sldId="345"/>
            <ac:picMk id="12" creationId="{7F04957B-F58F-2066-7014-AE5A1F2CFF4C}"/>
          </ac:picMkLst>
        </pc:picChg>
      </pc:sldChg>
      <pc:sldChg chg="modSp add mod">
        <pc:chgData name="Tommy Köhler" userId="13abbf2dbdebdc1d" providerId="LiveId" clId="{A6ADD359-6B9C-4101-B7F8-EACBAA487127}" dt="2023-05-21T18:40:44.071" v="9946" actId="20577"/>
        <pc:sldMkLst>
          <pc:docMk/>
          <pc:sldMk cId="2878867390" sldId="346"/>
        </pc:sldMkLst>
        <pc:spChg chg="mod">
          <ac:chgData name="Tommy Köhler" userId="13abbf2dbdebdc1d" providerId="LiveId" clId="{A6ADD359-6B9C-4101-B7F8-EACBAA487127}" dt="2023-05-21T18:40:44.071" v="9946" actId="20577"/>
          <ac:spMkLst>
            <pc:docMk/>
            <pc:sldMk cId="2878867390" sldId="346"/>
            <ac:spMk id="3" creationId="{021119A0-A96A-42B3-9AC4-9A31176F4006}"/>
          </ac:spMkLst>
        </pc:spChg>
      </pc:sldChg>
      <pc:sldChg chg="addSp modSp add mod">
        <pc:chgData name="Tommy Köhler" userId="13abbf2dbdebdc1d" providerId="LiveId" clId="{A6ADD359-6B9C-4101-B7F8-EACBAA487127}" dt="2023-05-21T18:48:41.060" v="9954" actId="404"/>
        <pc:sldMkLst>
          <pc:docMk/>
          <pc:sldMk cId="4008663743" sldId="347"/>
        </pc:sldMkLst>
        <pc:spChg chg="mod">
          <ac:chgData name="Tommy Köhler" userId="13abbf2dbdebdc1d" providerId="LiveId" clId="{A6ADD359-6B9C-4101-B7F8-EACBAA487127}" dt="2023-05-21T14:21:45.703" v="9725"/>
          <ac:spMkLst>
            <pc:docMk/>
            <pc:sldMk cId="4008663743" sldId="347"/>
            <ac:spMk id="2" creationId="{825D129C-A6AB-4D53-AD31-B3843FB261CA}"/>
          </ac:spMkLst>
        </pc:spChg>
        <pc:spChg chg="mod">
          <ac:chgData name="Tommy Köhler" userId="13abbf2dbdebdc1d" providerId="LiveId" clId="{A6ADD359-6B9C-4101-B7F8-EACBAA487127}" dt="2023-05-21T18:48:41.060" v="9954" actId="404"/>
          <ac:spMkLst>
            <pc:docMk/>
            <pc:sldMk cId="4008663743" sldId="347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8T12:54:05.590" v="6972" actId="1076"/>
          <ac:picMkLst>
            <pc:docMk/>
            <pc:sldMk cId="4008663743" sldId="347"/>
            <ac:picMk id="8" creationId="{05F6777C-7B46-017C-A083-BC2CB878152F}"/>
          </ac:picMkLst>
        </pc:picChg>
      </pc:sldChg>
      <pc:sldChg chg="modSp add del mod">
        <pc:chgData name="Tommy Köhler" userId="13abbf2dbdebdc1d" providerId="LiveId" clId="{A6ADD359-6B9C-4101-B7F8-EACBAA487127}" dt="2023-05-18T13:17:09.636" v="7704" actId="2696"/>
        <pc:sldMkLst>
          <pc:docMk/>
          <pc:sldMk cId="1554398589" sldId="348"/>
        </pc:sldMkLst>
        <pc:spChg chg="mod">
          <ac:chgData name="Tommy Köhler" userId="13abbf2dbdebdc1d" providerId="LiveId" clId="{A6ADD359-6B9C-4101-B7F8-EACBAA487127}" dt="2023-05-18T13:16:51.288" v="7695" actId="20577"/>
          <ac:spMkLst>
            <pc:docMk/>
            <pc:sldMk cId="1554398589" sldId="348"/>
            <ac:spMk id="3" creationId="{021119A0-A96A-42B3-9AC4-9A31176F4006}"/>
          </ac:spMkLst>
        </pc:spChg>
      </pc:sldChg>
      <pc:sldChg chg="modSp add mod">
        <pc:chgData name="Tommy Köhler" userId="13abbf2dbdebdc1d" providerId="LiveId" clId="{A6ADD359-6B9C-4101-B7F8-EACBAA487127}" dt="2023-05-18T13:24:47.648" v="7959" actId="2711"/>
        <pc:sldMkLst>
          <pc:docMk/>
          <pc:sldMk cId="1870219192" sldId="348"/>
        </pc:sldMkLst>
        <pc:spChg chg="mod">
          <ac:chgData name="Tommy Köhler" userId="13abbf2dbdebdc1d" providerId="LiveId" clId="{A6ADD359-6B9C-4101-B7F8-EACBAA487127}" dt="2023-05-18T13:24:47.648" v="7959" actId="2711"/>
          <ac:spMkLst>
            <pc:docMk/>
            <pc:sldMk cId="1870219192" sldId="348"/>
            <ac:spMk id="3" creationId="{021119A0-A96A-42B3-9AC4-9A31176F4006}"/>
          </ac:spMkLst>
        </pc:spChg>
      </pc:sldChg>
      <pc:sldChg chg="modSp add mod">
        <pc:chgData name="Tommy Köhler" userId="13abbf2dbdebdc1d" providerId="LiveId" clId="{A6ADD359-6B9C-4101-B7F8-EACBAA487127}" dt="2023-05-18T13:28:04.613" v="8107" actId="20577"/>
        <pc:sldMkLst>
          <pc:docMk/>
          <pc:sldMk cId="3790789034" sldId="349"/>
        </pc:sldMkLst>
        <pc:spChg chg="mod">
          <ac:chgData name="Tommy Köhler" userId="13abbf2dbdebdc1d" providerId="LiveId" clId="{A6ADD359-6B9C-4101-B7F8-EACBAA487127}" dt="2023-05-18T13:28:04.613" v="8107" actId="20577"/>
          <ac:spMkLst>
            <pc:docMk/>
            <pc:sldMk cId="3790789034" sldId="349"/>
            <ac:spMk id="3" creationId="{021119A0-A96A-42B3-9AC4-9A31176F4006}"/>
          </ac:spMkLst>
        </pc:spChg>
      </pc:sldChg>
      <pc:sldChg chg="modSp add mod">
        <pc:chgData name="Tommy Köhler" userId="13abbf2dbdebdc1d" providerId="LiveId" clId="{A6ADD359-6B9C-4101-B7F8-EACBAA487127}" dt="2023-05-21T18:40:00.760" v="9945"/>
        <pc:sldMkLst>
          <pc:docMk/>
          <pc:sldMk cId="3644115071" sldId="350"/>
        </pc:sldMkLst>
        <pc:spChg chg="mod">
          <ac:chgData name="Tommy Köhler" userId="13abbf2dbdebdc1d" providerId="LiveId" clId="{A6ADD359-6B9C-4101-B7F8-EACBAA487127}" dt="2023-05-21T18:40:00.760" v="9945"/>
          <ac:spMkLst>
            <pc:docMk/>
            <pc:sldMk cId="3644115071" sldId="350"/>
            <ac:spMk id="3" creationId="{021119A0-A96A-42B3-9AC4-9A31176F4006}"/>
          </ac:spMkLst>
        </pc:spChg>
      </pc:sldChg>
      <pc:sldChg chg="modSp add mod">
        <pc:chgData name="Tommy Köhler" userId="13abbf2dbdebdc1d" providerId="LiveId" clId="{A6ADD359-6B9C-4101-B7F8-EACBAA487127}" dt="2023-05-21T18:39:57.280" v="9943" actId="21"/>
        <pc:sldMkLst>
          <pc:docMk/>
          <pc:sldMk cId="3969760406" sldId="351"/>
        </pc:sldMkLst>
        <pc:spChg chg="mod">
          <ac:chgData name="Tommy Köhler" userId="13abbf2dbdebdc1d" providerId="LiveId" clId="{A6ADD359-6B9C-4101-B7F8-EACBAA487127}" dt="2023-05-21T18:39:57.280" v="9943" actId="21"/>
          <ac:spMkLst>
            <pc:docMk/>
            <pc:sldMk cId="3969760406" sldId="351"/>
            <ac:spMk id="3" creationId="{021119A0-A96A-42B3-9AC4-9A31176F4006}"/>
          </ac:spMkLst>
        </pc:spChg>
      </pc:sldChg>
      <pc:sldChg chg="addSp modSp add mod">
        <pc:chgData name="Tommy Köhler" userId="13abbf2dbdebdc1d" providerId="LiveId" clId="{A6ADD359-6B9C-4101-B7F8-EACBAA487127}" dt="2023-05-18T14:33:27.692" v="9477" actId="1076"/>
        <pc:sldMkLst>
          <pc:docMk/>
          <pc:sldMk cId="413926826" sldId="352"/>
        </pc:sldMkLst>
        <pc:spChg chg="mod">
          <ac:chgData name="Tommy Köhler" userId="13abbf2dbdebdc1d" providerId="LiveId" clId="{A6ADD359-6B9C-4101-B7F8-EACBAA487127}" dt="2023-05-18T14:33:22.955" v="9475" actId="20577"/>
          <ac:spMkLst>
            <pc:docMk/>
            <pc:sldMk cId="413926826" sldId="352"/>
            <ac:spMk id="3" creationId="{021119A0-A96A-42B3-9AC4-9A31176F4006}"/>
          </ac:spMkLst>
        </pc:spChg>
        <pc:picChg chg="add mod">
          <ac:chgData name="Tommy Köhler" userId="13abbf2dbdebdc1d" providerId="LiveId" clId="{A6ADD359-6B9C-4101-B7F8-EACBAA487127}" dt="2023-05-18T14:33:27.692" v="9477" actId="1076"/>
          <ac:picMkLst>
            <pc:docMk/>
            <pc:sldMk cId="413926826" sldId="352"/>
            <ac:picMk id="8" creationId="{8AAF597E-11D9-9AC8-4E56-9B39682CA05B}"/>
          </ac:picMkLst>
        </pc:picChg>
        <pc:picChg chg="add mod">
          <ac:chgData name="Tommy Köhler" userId="13abbf2dbdebdc1d" providerId="LiveId" clId="{A6ADD359-6B9C-4101-B7F8-EACBAA487127}" dt="2023-05-18T14:32:54.377" v="9392" actId="1076"/>
          <ac:picMkLst>
            <pc:docMk/>
            <pc:sldMk cId="413926826" sldId="352"/>
            <ac:picMk id="10" creationId="{743CEC63-BE33-D752-3372-2A5F01D2AFE1}"/>
          </ac:picMkLst>
        </pc:picChg>
      </pc:sldChg>
      <pc:sldChg chg="modSp add mod">
        <pc:chgData name="Tommy Köhler" userId="13abbf2dbdebdc1d" providerId="LiveId" clId="{A6ADD359-6B9C-4101-B7F8-EACBAA487127}" dt="2023-05-21T17:28:07.051" v="9760" actId="20577"/>
        <pc:sldMkLst>
          <pc:docMk/>
          <pc:sldMk cId="2514899705" sldId="353"/>
        </pc:sldMkLst>
        <pc:spChg chg="mod">
          <ac:chgData name="Tommy Köhler" userId="13abbf2dbdebdc1d" providerId="LiveId" clId="{A6ADD359-6B9C-4101-B7F8-EACBAA487127}" dt="2023-05-21T17:28:07.051" v="9760" actId="20577"/>
          <ac:spMkLst>
            <pc:docMk/>
            <pc:sldMk cId="2514899705" sldId="353"/>
            <ac:spMk id="3" creationId="{021119A0-A96A-42B3-9AC4-9A31176F4006}"/>
          </ac:spMkLst>
        </pc:spChg>
      </pc:sldChg>
    </pc:docChg>
  </pc:docChgLst>
  <pc:docChgLst>
    <pc:chgData name="Tommy Köhler" userId="13abbf2dbdebdc1d" providerId="LiveId" clId="{700320F8-784E-4367-B26B-931A56FCAE12}"/>
    <pc:docChg chg="undo custSel addSld delSld modSld sldOrd">
      <pc:chgData name="Tommy Köhler" userId="13abbf2dbdebdc1d" providerId="LiveId" clId="{700320F8-784E-4367-B26B-931A56FCAE12}" dt="2023-11-09T12:26:07.391" v="5392" actId="20577"/>
      <pc:docMkLst>
        <pc:docMk/>
      </pc:docMkLst>
      <pc:sldChg chg="modSp mod">
        <pc:chgData name="Tommy Köhler" userId="13abbf2dbdebdc1d" providerId="LiveId" clId="{700320F8-784E-4367-B26B-931A56FCAE12}" dt="2023-11-09T11:30:02.303" v="124" actId="1076"/>
        <pc:sldMkLst>
          <pc:docMk/>
          <pc:sldMk cId="2790293173" sldId="299"/>
        </pc:sldMkLst>
        <pc:spChg chg="mod">
          <ac:chgData name="Tommy Köhler" userId="13abbf2dbdebdc1d" providerId="LiveId" clId="{700320F8-784E-4367-B26B-931A56FCAE12}" dt="2023-11-09T11:30:02.303" v="124" actId="1076"/>
          <ac:spMkLst>
            <pc:docMk/>
            <pc:sldMk cId="2790293173" sldId="299"/>
            <ac:spMk id="14" creationId="{F3F37CF0-D2A9-49C4-A0F1-3B9930CA9E6F}"/>
          </ac:spMkLst>
        </pc:spChg>
        <pc:spChg chg="mod">
          <ac:chgData name="Tommy Köhler" userId="13abbf2dbdebdc1d" providerId="LiveId" clId="{700320F8-784E-4367-B26B-931A56FCAE12}" dt="2023-11-09T11:30:00.172" v="123" actId="1076"/>
          <ac:spMkLst>
            <pc:docMk/>
            <pc:sldMk cId="2790293173" sldId="299"/>
            <ac:spMk id="15" creationId="{508B0A75-9287-47F2-919A-6ED5778AB382}"/>
          </ac:spMkLst>
        </pc:spChg>
      </pc:sldChg>
      <pc:sldChg chg="modSp mod">
        <pc:chgData name="Tommy Köhler" userId="13abbf2dbdebdc1d" providerId="LiveId" clId="{700320F8-784E-4367-B26B-931A56FCAE12}" dt="2023-11-09T12:26:07.391" v="5392" actId="20577"/>
        <pc:sldMkLst>
          <pc:docMk/>
          <pc:sldMk cId="3562175725" sldId="310"/>
        </pc:sldMkLst>
        <pc:spChg chg="mod">
          <ac:chgData name="Tommy Köhler" userId="13abbf2dbdebdc1d" providerId="LiveId" clId="{700320F8-784E-4367-B26B-931A56FCAE12}" dt="2023-11-09T12:26:07.391" v="5392" actId="20577"/>
          <ac:spMkLst>
            <pc:docMk/>
            <pc:sldMk cId="3562175725" sldId="310"/>
            <ac:spMk id="3" creationId="{1E8C7705-5F74-4EC2-85BF-E8D3BD2E42F3}"/>
          </ac:spMkLst>
        </pc:spChg>
      </pc:sldChg>
      <pc:sldChg chg="modSp mod modNotesTx">
        <pc:chgData name="Tommy Köhler" userId="13abbf2dbdebdc1d" providerId="LiveId" clId="{700320F8-784E-4367-B26B-931A56FCAE12}" dt="2023-11-09T11:50:25.239" v="1872" actId="20577"/>
        <pc:sldMkLst>
          <pc:docMk/>
          <pc:sldMk cId="1972962824" sldId="321"/>
        </pc:sldMkLst>
        <pc:spChg chg="mod">
          <ac:chgData name="Tommy Köhler" userId="13abbf2dbdebdc1d" providerId="LiveId" clId="{700320F8-784E-4367-B26B-931A56FCAE12}" dt="2023-11-09T11:37:34.630" v="495" actId="20577"/>
          <ac:spMkLst>
            <pc:docMk/>
            <pc:sldMk cId="1972962824" sldId="321"/>
            <ac:spMk id="2" creationId="{825D129C-A6AB-4D53-AD31-B3843FB261CA}"/>
          </ac:spMkLst>
        </pc:spChg>
        <pc:spChg chg="mod">
          <ac:chgData name="Tommy Köhler" userId="13abbf2dbdebdc1d" providerId="LiveId" clId="{700320F8-784E-4367-B26B-931A56FCAE12}" dt="2023-11-09T11:50:25.239" v="1872" actId="20577"/>
          <ac:spMkLst>
            <pc:docMk/>
            <pc:sldMk cId="1972962824" sldId="321"/>
            <ac:spMk id="3" creationId="{021119A0-A96A-42B3-9AC4-9A31176F4006}"/>
          </ac:spMkLst>
        </pc:spChg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501869675" sldId="328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806394693" sldId="329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637355522" sldId="330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190676446" sldId="331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103984660" sldId="332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952836013" sldId="333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2885116332" sldId="334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874485996" sldId="335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836874027" sldId="336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4276522276" sldId="337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531685196" sldId="338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3528813043" sldId="339"/>
        </pc:sldMkLst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1494156708" sldId="340"/>
        </pc:sldMkLst>
      </pc:sldChg>
      <pc:sldChg chg="modSp mod modNotesTx">
        <pc:chgData name="Tommy Köhler" userId="13abbf2dbdebdc1d" providerId="LiveId" clId="{700320F8-784E-4367-B26B-931A56FCAE12}" dt="2023-11-09T12:24:10.679" v="5289" actId="20577"/>
        <pc:sldMkLst>
          <pc:docMk/>
          <pc:sldMk cId="696964793" sldId="341"/>
        </pc:sldMkLst>
        <pc:spChg chg="mod">
          <ac:chgData name="Tommy Köhler" userId="13abbf2dbdebdc1d" providerId="LiveId" clId="{700320F8-784E-4367-B26B-931A56FCAE12}" dt="2023-11-09T12:23:52.527" v="5174" actId="20577"/>
          <ac:spMkLst>
            <pc:docMk/>
            <pc:sldMk cId="696964793" sldId="341"/>
            <ac:spMk id="3" creationId="{021119A0-A96A-42B3-9AC4-9A31176F4006}"/>
          </ac:spMkLst>
        </pc:spChg>
      </pc:sldChg>
      <pc:sldChg chg="addSp modSp add mod">
        <pc:chgData name="Tommy Köhler" userId="13abbf2dbdebdc1d" providerId="LiveId" clId="{700320F8-784E-4367-B26B-931A56FCAE12}" dt="2023-11-09T11:48:51.516" v="1737"/>
        <pc:sldMkLst>
          <pc:docMk/>
          <pc:sldMk cId="853465339" sldId="342"/>
        </pc:sldMkLst>
        <pc:spChg chg="mod">
          <ac:chgData name="Tommy Köhler" userId="13abbf2dbdebdc1d" providerId="LiveId" clId="{700320F8-784E-4367-B26B-931A56FCAE12}" dt="2023-11-09T11:43:28.395" v="1488" actId="20577"/>
          <ac:spMkLst>
            <pc:docMk/>
            <pc:sldMk cId="853465339" sldId="342"/>
            <ac:spMk id="2" creationId="{825D129C-A6AB-4D53-AD31-B3843FB261CA}"/>
          </ac:spMkLst>
        </pc:spChg>
        <pc:spChg chg="mod">
          <ac:chgData name="Tommy Köhler" userId="13abbf2dbdebdc1d" providerId="LiveId" clId="{700320F8-784E-4367-B26B-931A56FCAE12}" dt="2023-11-09T11:46:54.690" v="1727" actId="20577"/>
          <ac:spMkLst>
            <pc:docMk/>
            <pc:sldMk cId="853465339" sldId="342"/>
            <ac:spMk id="3" creationId="{021119A0-A96A-42B3-9AC4-9A31176F4006}"/>
          </ac:spMkLst>
        </pc:spChg>
        <pc:spChg chg="add mod">
          <ac:chgData name="Tommy Köhler" userId="13abbf2dbdebdc1d" providerId="LiveId" clId="{700320F8-784E-4367-B26B-931A56FCAE12}" dt="2023-11-09T11:48:51.516" v="1737"/>
          <ac:spMkLst>
            <pc:docMk/>
            <pc:sldMk cId="853465339" sldId="342"/>
            <ac:spMk id="7" creationId="{FD568470-4DB6-BA75-B281-7E4EBDD2AAFF}"/>
          </ac:spMkLst>
        </pc:spChg>
      </pc:sldChg>
      <pc:sldChg chg="del">
        <pc:chgData name="Tommy Köhler" userId="13abbf2dbdebdc1d" providerId="LiveId" clId="{700320F8-784E-4367-B26B-931A56FCAE12}" dt="2023-11-09T11:28:51.694" v="2" actId="47"/>
        <pc:sldMkLst>
          <pc:docMk/>
          <pc:sldMk cId="2778337875" sldId="342"/>
        </pc:sldMkLst>
      </pc:sldChg>
      <pc:sldChg chg="addSp modSp add mod ord">
        <pc:chgData name="Tommy Köhler" userId="13abbf2dbdebdc1d" providerId="LiveId" clId="{700320F8-784E-4367-B26B-931A56FCAE12}" dt="2023-11-09T12:24:30.296" v="5383" actId="20577"/>
        <pc:sldMkLst>
          <pc:docMk/>
          <pc:sldMk cId="2753136206" sldId="343"/>
        </pc:sldMkLst>
        <pc:spChg chg="mod">
          <ac:chgData name="Tommy Köhler" userId="13abbf2dbdebdc1d" providerId="LiveId" clId="{700320F8-784E-4367-B26B-931A56FCAE12}" dt="2023-11-09T11:49:10.227" v="1744" actId="20577"/>
          <ac:spMkLst>
            <pc:docMk/>
            <pc:sldMk cId="2753136206" sldId="343"/>
            <ac:spMk id="2" creationId="{825D129C-A6AB-4D53-AD31-B3843FB261CA}"/>
          </ac:spMkLst>
        </pc:spChg>
        <pc:spChg chg="mod">
          <ac:chgData name="Tommy Köhler" userId="13abbf2dbdebdc1d" providerId="LiveId" clId="{700320F8-784E-4367-B26B-931A56FCAE12}" dt="2023-11-09T12:24:30.296" v="5383" actId="20577"/>
          <ac:spMkLst>
            <pc:docMk/>
            <pc:sldMk cId="2753136206" sldId="343"/>
            <ac:spMk id="3" creationId="{021119A0-A96A-42B3-9AC4-9A31176F4006}"/>
          </ac:spMkLst>
        </pc:spChg>
        <pc:picChg chg="add mod modCrop">
          <ac:chgData name="Tommy Köhler" userId="13abbf2dbdebdc1d" providerId="LiveId" clId="{700320F8-784E-4367-B26B-931A56FCAE12}" dt="2023-11-09T11:54:23.713" v="2034" actId="1076"/>
          <ac:picMkLst>
            <pc:docMk/>
            <pc:sldMk cId="2753136206" sldId="343"/>
            <ac:picMk id="8" creationId="{E5E95256-F31A-3A08-983A-E251BE917CFE}"/>
          </ac:picMkLst>
        </pc:picChg>
      </pc:sldChg>
      <pc:sldChg chg="del">
        <pc:chgData name="Tommy Köhler" userId="13abbf2dbdebdc1d" providerId="LiveId" clId="{700320F8-784E-4367-B26B-931A56FCAE12}" dt="2023-11-09T11:28:45.349" v="1" actId="47"/>
        <pc:sldMkLst>
          <pc:docMk/>
          <pc:sldMk cId="3704793118" sldId="343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1496936382" sldId="344"/>
        </pc:sldMkLst>
      </pc:sldChg>
      <pc:sldChg chg="modSp add mod ord modNotesTx">
        <pc:chgData name="Tommy Köhler" userId="13abbf2dbdebdc1d" providerId="LiveId" clId="{700320F8-784E-4367-B26B-931A56FCAE12}" dt="2023-11-09T12:14:03.042" v="5152" actId="20577"/>
        <pc:sldMkLst>
          <pc:docMk/>
          <pc:sldMk cId="1737747100" sldId="344"/>
        </pc:sldMkLst>
        <pc:spChg chg="mod">
          <ac:chgData name="Tommy Köhler" userId="13abbf2dbdebdc1d" providerId="LiveId" clId="{700320F8-784E-4367-B26B-931A56FCAE12}" dt="2023-11-09T11:56:19.124" v="2291" actId="20577"/>
          <ac:spMkLst>
            <pc:docMk/>
            <pc:sldMk cId="1737747100" sldId="344"/>
            <ac:spMk id="2" creationId="{825D129C-A6AB-4D53-AD31-B3843FB261CA}"/>
          </ac:spMkLst>
        </pc:spChg>
        <pc:spChg chg="mod">
          <ac:chgData name="Tommy Köhler" userId="13abbf2dbdebdc1d" providerId="LiveId" clId="{700320F8-784E-4367-B26B-931A56FCAE12}" dt="2023-11-09T12:09:33.197" v="5109" actId="20577"/>
          <ac:spMkLst>
            <pc:docMk/>
            <pc:sldMk cId="1737747100" sldId="344"/>
            <ac:spMk id="3" creationId="{021119A0-A96A-42B3-9AC4-9A31176F4006}"/>
          </ac:spMkLst>
        </pc:spChg>
      </pc:sldChg>
      <pc:sldChg chg="modSp add mod">
        <pc:chgData name="Tommy Köhler" userId="13abbf2dbdebdc1d" providerId="LiveId" clId="{700320F8-784E-4367-B26B-931A56FCAE12}" dt="2023-11-09T11:58:47.396" v="2810" actId="20577"/>
        <pc:sldMkLst>
          <pc:docMk/>
          <pc:sldMk cId="1440214824" sldId="345"/>
        </pc:sldMkLst>
        <pc:spChg chg="mod">
          <ac:chgData name="Tommy Köhler" userId="13abbf2dbdebdc1d" providerId="LiveId" clId="{700320F8-784E-4367-B26B-931A56FCAE12}" dt="2023-11-09T11:55:47.272" v="2146" actId="20577"/>
          <ac:spMkLst>
            <pc:docMk/>
            <pc:sldMk cId="1440214824" sldId="345"/>
            <ac:spMk id="2" creationId="{825D129C-A6AB-4D53-AD31-B3843FB261CA}"/>
          </ac:spMkLst>
        </pc:spChg>
        <pc:spChg chg="mod">
          <ac:chgData name="Tommy Köhler" userId="13abbf2dbdebdc1d" providerId="LiveId" clId="{700320F8-784E-4367-B26B-931A56FCAE12}" dt="2023-11-09T11:58:47.396" v="2810" actId="20577"/>
          <ac:spMkLst>
            <pc:docMk/>
            <pc:sldMk cId="1440214824" sldId="345"/>
            <ac:spMk id="3" creationId="{021119A0-A96A-42B3-9AC4-9A31176F4006}"/>
          </ac:spMkLst>
        </pc:spChg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2032316168" sldId="345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2878867390" sldId="346"/>
        </pc:sldMkLst>
      </pc:sldChg>
      <pc:sldChg chg="addSp delSp modSp add mod">
        <pc:chgData name="Tommy Köhler" userId="13abbf2dbdebdc1d" providerId="LiveId" clId="{700320F8-784E-4367-B26B-931A56FCAE12}" dt="2023-11-09T12:15:06.508" v="5172" actId="20577"/>
        <pc:sldMkLst>
          <pc:docMk/>
          <pc:sldMk cId="3077577254" sldId="346"/>
        </pc:sldMkLst>
        <pc:spChg chg="del mod">
          <ac:chgData name="Tommy Köhler" userId="13abbf2dbdebdc1d" providerId="LiveId" clId="{700320F8-784E-4367-B26B-931A56FCAE12}" dt="2023-11-09T12:09:55.609" v="5115" actId="478"/>
          <ac:spMkLst>
            <pc:docMk/>
            <pc:sldMk cId="3077577254" sldId="346"/>
            <ac:spMk id="3" creationId="{021119A0-A96A-42B3-9AC4-9A31176F4006}"/>
          </ac:spMkLst>
        </pc:spChg>
        <pc:spChg chg="add mod">
          <ac:chgData name="Tommy Köhler" userId="13abbf2dbdebdc1d" providerId="LiveId" clId="{700320F8-784E-4367-B26B-931A56FCAE12}" dt="2023-11-09T12:15:06.508" v="5172" actId="20577"/>
          <ac:spMkLst>
            <pc:docMk/>
            <pc:sldMk cId="3077577254" sldId="346"/>
            <ac:spMk id="7" creationId="{00BB0023-E66F-E5B3-E4A8-98E12CDA88E7}"/>
          </ac:spMkLst>
        </pc:spChg>
      </pc:sldChg>
      <pc:sldChg chg="modSp add mod">
        <pc:chgData name="Tommy Köhler" userId="13abbf2dbdebdc1d" providerId="LiveId" clId="{700320F8-784E-4367-B26B-931A56FCAE12}" dt="2023-11-09T12:11:40.841" v="5144" actId="404"/>
        <pc:sldMkLst>
          <pc:docMk/>
          <pc:sldMk cId="583937174" sldId="347"/>
        </pc:sldMkLst>
        <pc:spChg chg="mod">
          <ac:chgData name="Tommy Köhler" userId="13abbf2dbdebdc1d" providerId="LiveId" clId="{700320F8-784E-4367-B26B-931A56FCAE12}" dt="2023-11-09T12:11:40.841" v="5144" actId="404"/>
          <ac:spMkLst>
            <pc:docMk/>
            <pc:sldMk cId="583937174" sldId="347"/>
            <ac:spMk id="7" creationId="{00BB0023-E66F-E5B3-E4A8-98E12CDA88E7}"/>
          </ac:spMkLst>
        </pc:spChg>
      </pc:sldChg>
      <pc:sldChg chg="del">
        <pc:chgData name="Tommy Köhler" userId="13abbf2dbdebdc1d" providerId="LiveId" clId="{700320F8-784E-4367-B26B-931A56FCAE12}" dt="2023-11-09T11:28:45.349" v="1" actId="47"/>
        <pc:sldMkLst>
          <pc:docMk/>
          <pc:sldMk cId="4008663743" sldId="347"/>
        </pc:sldMkLst>
      </pc:sldChg>
      <pc:sldChg chg="modSp add mod">
        <pc:chgData name="Tommy Köhler" userId="13abbf2dbdebdc1d" providerId="LiveId" clId="{700320F8-784E-4367-B26B-931A56FCAE12}" dt="2023-11-09T12:13:11.274" v="5146"/>
        <pc:sldMkLst>
          <pc:docMk/>
          <pc:sldMk cId="795357308" sldId="348"/>
        </pc:sldMkLst>
        <pc:spChg chg="mod">
          <ac:chgData name="Tommy Köhler" userId="13abbf2dbdebdc1d" providerId="LiveId" clId="{700320F8-784E-4367-B26B-931A56FCAE12}" dt="2023-11-09T12:13:11.274" v="5146"/>
          <ac:spMkLst>
            <pc:docMk/>
            <pc:sldMk cId="795357308" sldId="348"/>
            <ac:spMk id="7" creationId="{00BB0023-E66F-E5B3-E4A8-98E12CDA88E7}"/>
          </ac:spMkLst>
        </pc:spChg>
      </pc:sldChg>
      <pc:sldChg chg="del">
        <pc:chgData name="Tommy Köhler" userId="13abbf2dbdebdc1d" providerId="LiveId" clId="{700320F8-784E-4367-B26B-931A56FCAE12}" dt="2023-11-09T11:28:45.349" v="1" actId="47"/>
        <pc:sldMkLst>
          <pc:docMk/>
          <pc:sldMk cId="1870219192" sldId="348"/>
        </pc:sldMkLst>
      </pc:sldChg>
      <pc:sldChg chg="del">
        <pc:chgData name="Tommy Köhler" userId="13abbf2dbdebdc1d" providerId="LiveId" clId="{700320F8-784E-4367-B26B-931A56FCAE12}" dt="2023-11-09T11:28:45.349" v="1" actId="47"/>
        <pc:sldMkLst>
          <pc:docMk/>
          <pc:sldMk cId="3790789034" sldId="349"/>
        </pc:sldMkLst>
      </pc:sldChg>
      <pc:sldChg chg="del">
        <pc:chgData name="Tommy Köhler" userId="13abbf2dbdebdc1d" providerId="LiveId" clId="{700320F8-784E-4367-B26B-931A56FCAE12}" dt="2023-11-09T11:28:45.349" v="1" actId="47"/>
        <pc:sldMkLst>
          <pc:docMk/>
          <pc:sldMk cId="3644115071" sldId="350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3969760406" sldId="351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413926826" sldId="352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2514899705" sldId="353"/>
        </pc:sldMkLst>
      </pc:sldChg>
      <pc:sldChg chg="del">
        <pc:chgData name="Tommy Köhler" userId="13abbf2dbdebdc1d" providerId="LiveId" clId="{700320F8-784E-4367-B26B-931A56FCAE12}" dt="2023-11-09T11:28:41.354" v="0" actId="47"/>
        <pc:sldMkLst>
          <pc:docMk/>
          <pc:sldMk cId="545503123" sldId="354"/>
        </pc:sldMkLst>
      </pc:sldChg>
    </pc:docChg>
  </pc:docChgLst>
  <pc:docChgLst>
    <pc:chgData name="Tommy Köhler" userId="13abbf2dbdebdc1d" providerId="LiveId" clId="{35D17A59-3E8A-4628-834E-1D2769FB4329}"/>
    <pc:docChg chg="custSel addSld delSld modSld">
      <pc:chgData name="Tommy Köhler" userId="13abbf2dbdebdc1d" providerId="LiveId" clId="{35D17A59-3E8A-4628-834E-1D2769FB4329}" dt="2023-05-19T19:32:14.236" v="2420" actId="2696"/>
      <pc:docMkLst>
        <pc:docMk/>
      </pc:docMkLst>
      <pc:sldChg chg="delSp mod">
        <pc:chgData name="Tommy Köhler" userId="13abbf2dbdebdc1d" providerId="LiveId" clId="{35D17A59-3E8A-4628-834E-1D2769FB4329}" dt="2023-05-19T18:34:50.316" v="1454" actId="478"/>
        <pc:sldMkLst>
          <pc:docMk/>
          <pc:sldMk cId="2059395263" sldId="271"/>
        </pc:sldMkLst>
        <pc:picChg chg="del">
          <ac:chgData name="Tommy Köhler" userId="13abbf2dbdebdc1d" providerId="LiveId" clId="{35D17A59-3E8A-4628-834E-1D2769FB4329}" dt="2023-05-19T18:34:50.316" v="1454" actId="478"/>
          <ac:picMkLst>
            <pc:docMk/>
            <pc:sldMk cId="2059395263" sldId="271"/>
            <ac:picMk id="2" creationId="{604FFA31-9CC2-39EB-B69D-89C5A9C4CDDC}"/>
          </ac:picMkLst>
        </pc:picChg>
      </pc:sldChg>
      <pc:sldChg chg="del">
        <pc:chgData name="Tommy Köhler" userId="13abbf2dbdebdc1d" providerId="LiveId" clId="{35D17A59-3E8A-4628-834E-1D2769FB4329}" dt="2023-05-19T19:32:14.236" v="2420" actId="2696"/>
        <pc:sldMkLst>
          <pc:docMk/>
          <pc:sldMk cId="1869343774" sldId="327"/>
        </pc:sldMkLst>
      </pc:sldChg>
      <pc:sldChg chg="modSp mod">
        <pc:chgData name="Tommy Köhler" userId="13abbf2dbdebdc1d" providerId="LiveId" clId="{35D17A59-3E8A-4628-834E-1D2769FB4329}" dt="2023-05-19T18:58:00.097" v="2419" actId="20577"/>
        <pc:sldMkLst>
          <pc:docMk/>
          <pc:sldMk cId="696964793" sldId="341"/>
        </pc:sldMkLst>
        <pc:spChg chg="mod">
          <ac:chgData name="Tommy Köhler" userId="13abbf2dbdebdc1d" providerId="LiveId" clId="{35D17A59-3E8A-4628-834E-1D2769FB4329}" dt="2023-05-19T18:58:00.097" v="2419" actId="20577"/>
          <ac:spMkLst>
            <pc:docMk/>
            <pc:sldMk cId="696964793" sldId="341"/>
            <ac:spMk id="3" creationId="{021119A0-A96A-42B3-9AC4-9A31176F4006}"/>
          </ac:spMkLst>
        </pc:spChg>
      </pc:sldChg>
      <pc:sldChg chg="modSp mod">
        <pc:chgData name="Tommy Köhler" userId="13abbf2dbdebdc1d" providerId="LiveId" clId="{35D17A59-3E8A-4628-834E-1D2769FB4329}" dt="2023-05-19T18:13:39.400" v="21" actId="20577"/>
        <pc:sldMkLst>
          <pc:docMk/>
          <pc:sldMk cId="2878867390" sldId="346"/>
        </pc:sldMkLst>
        <pc:spChg chg="mod">
          <ac:chgData name="Tommy Köhler" userId="13abbf2dbdebdc1d" providerId="LiveId" clId="{35D17A59-3E8A-4628-834E-1D2769FB4329}" dt="2023-05-19T18:13:39.400" v="21" actId="20577"/>
          <ac:spMkLst>
            <pc:docMk/>
            <pc:sldMk cId="2878867390" sldId="346"/>
            <ac:spMk id="3" creationId="{021119A0-A96A-42B3-9AC4-9A31176F4006}"/>
          </ac:spMkLst>
        </pc:spChg>
      </pc:sldChg>
      <pc:sldChg chg="modSp mod">
        <pc:chgData name="Tommy Köhler" userId="13abbf2dbdebdc1d" providerId="LiveId" clId="{35D17A59-3E8A-4628-834E-1D2769FB4329}" dt="2023-05-19T18:23:32.791" v="1453" actId="20577"/>
        <pc:sldMkLst>
          <pc:docMk/>
          <pc:sldMk cId="2514899705" sldId="353"/>
        </pc:sldMkLst>
        <pc:spChg chg="mod">
          <ac:chgData name="Tommy Köhler" userId="13abbf2dbdebdc1d" providerId="LiveId" clId="{35D17A59-3E8A-4628-834E-1D2769FB4329}" dt="2023-05-19T18:23:32.791" v="1453" actId="20577"/>
          <ac:spMkLst>
            <pc:docMk/>
            <pc:sldMk cId="2514899705" sldId="353"/>
            <ac:spMk id="3" creationId="{021119A0-A96A-42B3-9AC4-9A31176F4006}"/>
          </ac:spMkLst>
        </pc:spChg>
      </pc:sldChg>
      <pc:sldChg chg="addSp modSp add mod">
        <pc:chgData name="Tommy Köhler" userId="13abbf2dbdebdc1d" providerId="LiveId" clId="{35D17A59-3E8A-4628-834E-1D2769FB4329}" dt="2023-05-19T18:42:31.885" v="1706" actId="1076"/>
        <pc:sldMkLst>
          <pc:docMk/>
          <pc:sldMk cId="545503123" sldId="354"/>
        </pc:sldMkLst>
        <pc:spChg chg="mod">
          <ac:chgData name="Tommy Köhler" userId="13abbf2dbdebdc1d" providerId="LiveId" clId="{35D17A59-3E8A-4628-834E-1D2769FB4329}" dt="2023-05-19T18:42:30.041" v="1705" actId="1076"/>
          <ac:spMkLst>
            <pc:docMk/>
            <pc:sldMk cId="545503123" sldId="354"/>
            <ac:spMk id="3" creationId="{021119A0-A96A-42B3-9AC4-9A31176F4006}"/>
          </ac:spMkLst>
        </pc:spChg>
        <pc:picChg chg="add mod">
          <ac:chgData name="Tommy Köhler" userId="13abbf2dbdebdc1d" providerId="LiveId" clId="{35D17A59-3E8A-4628-834E-1D2769FB4329}" dt="2023-05-19T18:42:31.885" v="1706" actId="1076"/>
          <ac:picMkLst>
            <pc:docMk/>
            <pc:sldMk cId="545503123" sldId="354"/>
            <ac:picMk id="8" creationId="{6D0E2B45-8CEC-0D27-01B0-D2B6CA8778F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70196D36-AC3F-49E3-A52A-4703208903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FD804CC-E49C-4235-8842-B06FB7FF4D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AD36D6-F308-4CF4-B659-1991A2D32C05}" type="datetimeFigureOut">
              <a:rPr lang="de-DE" smtClean="0"/>
              <a:t>09.11.2023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6A0FFAE-ECDF-4816-8F38-BE136129B3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85436A2-2FCF-4DD6-B692-D9D0008A9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775AD-37A0-4FD5-BFFA-D9737B04959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77845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1ADF7-1321-4148-A808-6D16C491F466}" type="datetimeFigureOut">
              <a:rPr lang="de-DE" smtClean="0"/>
              <a:t>09.11.2023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5749E-5A51-4748-A8E2-D4A8A46ED7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09240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8925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78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3167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246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9905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268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967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306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3439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de-DE" dirty="0"/>
              <a:t>MVP 2.5 weil man kann Auswählen welche Instanz, allerdings macht er keinen Vorschlag…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35749E-5A51-4748-A8E2-D4A8A46ED705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9954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6229" y="1600200"/>
            <a:ext cx="11461072" cy="1006475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de-DE" dirty="0"/>
              <a:t>Modulbezeichnung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229" y="4658479"/>
            <a:ext cx="11461072" cy="440241"/>
          </a:xfrm>
        </p:spPr>
        <p:txBody>
          <a:bodyPr/>
          <a:lstStyle>
            <a:lvl1pPr marL="0" indent="0" algn="ctr">
              <a:buNone/>
              <a:defRPr sz="2400" u="none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E-Mail 1: XXXXX &amp; E-Mail 2: XXXXX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D30C-49B0-48A7-BDA2-E73EE40EB18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BD6B3-B835-4404-98E9-E367B5CE1AD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3C9CD7D-B903-4400-9445-3B7C32E192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229" y="4048929"/>
            <a:ext cx="11461072" cy="498666"/>
          </a:xfrm>
        </p:spPr>
        <p:txBody>
          <a:bodyPr/>
          <a:lstStyle>
            <a:lvl1pPr marL="0" indent="0" algn="ctr">
              <a:buNone/>
              <a:defRPr u="none"/>
            </a:lvl1pPr>
          </a:lstStyle>
          <a:p>
            <a:r>
              <a:rPr lang="de-DE" dirty="0"/>
              <a:t>Name1 Vorname1 &amp; Name2 Vorname2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8A5F4A2-91DF-4A07-B9D7-16EB50672E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229" y="2689819"/>
            <a:ext cx="11461072" cy="506836"/>
          </a:xfrm>
        </p:spPr>
        <p:txBody>
          <a:bodyPr>
            <a:noAutofit/>
          </a:bodyPr>
          <a:lstStyle>
            <a:lvl1pPr marL="0" indent="0" algn="ctr">
              <a:buNone/>
              <a:defRPr sz="4000" u="none"/>
            </a:lvl1pPr>
          </a:lstStyle>
          <a:p>
            <a:pPr lvl="0"/>
            <a:r>
              <a:rPr lang="de-DE" dirty="0"/>
              <a:t>Modulteil</a:t>
            </a:r>
          </a:p>
        </p:txBody>
      </p:sp>
    </p:spTree>
    <p:extLst>
      <p:ext uri="{BB962C8B-B14F-4D97-AF65-F5344CB8AC3E}">
        <p14:creationId xmlns:p14="http://schemas.microsoft.com/office/powerpoint/2010/main" val="149833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0119"/>
            <a:ext cx="10515600" cy="4808276"/>
          </a:xfrm>
        </p:spPr>
        <p:txBody>
          <a:bodyPr/>
          <a:lstStyle>
            <a:lvl1pPr marL="0" indent="0">
              <a:buNone/>
              <a:defRPr u="none"/>
            </a:lvl1pPr>
            <a:lvl2pPr marL="230400"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77DDD-1D66-460E-9E49-4125385125F2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4613173-DCFB-4E52-9FC0-F61EE27335AD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9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und_Inhalt_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99C674A-2921-41BF-A6F7-9E00C1D766F9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15311" y="1891864"/>
            <a:ext cx="11515133" cy="430573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390119"/>
            <a:ext cx="10515600" cy="48082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57B2-2294-4C36-BCAF-8A9914CF09DD}" type="datetime1">
              <a:rPr lang="de-DE" smtClean="0"/>
              <a:t>09.11.2023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4613173-DCFB-4E52-9FC0-F61EE27335AD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330765DA-2DF1-4AAF-A6DD-355D26B16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086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96293"/>
            <a:ext cx="5181600" cy="468067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96293"/>
            <a:ext cx="5181600" cy="468067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81637-4857-4F4D-971C-DE2AE91E8490}" type="datetime1">
              <a:rPr lang="de-DE" smtClean="0"/>
              <a:t>09.11.2023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2F73F35B-765A-47C9-A8EF-18F0EF370421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ECE21487-E9E3-4CF5-994F-5B0490924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368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C08F0C57-9240-4C55-8B4D-0FC89D1DD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15F47-9DB5-4CEC-941A-608D9B3D6585}" type="datetime1">
              <a:rPr lang="de-DE" smtClean="0"/>
              <a:t>09.11.2023</a:t>
            </a:fld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08D099CE-9DC2-4A44-8280-AF0B8804D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65BFCCAC-A796-4045-948B-5E758E387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1A5622E4-4E66-44B5-BD76-EF91F7F452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7238" y="1700213"/>
            <a:ext cx="10287000" cy="4286250"/>
          </a:xfrm>
        </p:spPr>
        <p:txBody>
          <a:bodyPr/>
          <a:lstStyle/>
          <a:p>
            <a:endParaRPr lang="de-DE"/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F001A14-A9F0-44F6-9F96-D0D3183863B6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98E3C02A-18FB-4E7D-9779-D3E0D24C3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357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und_Quell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033F23E-9E94-4BFB-97EB-9DC1A5F7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15F5B-1A8E-4BC0-9E2C-B0FF5DFB190E}" type="datetime1">
              <a:rPr lang="de-DE" smtClean="0"/>
              <a:t>09.11.2023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2115CCF-AE62-4158-8D42-33545CE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596982-57C5-408F-8973-7BBF3429F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6F39EEE-2E18-4D56-80C4-595DB808D700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65F573A9-BACC-4835-8401-EBE09211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E424642-6382-42A1-94C5-CA47B64AB44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390119"/>
            <a:ext cx="10515600" cy="4808276"/>
          </a:xfrm>
        </p:spPr>
        <p:txBody>
          <a:bodyPr/>
          <a:lstStyle>
            <a:lvl1pPr marL="0" indent="0">
              <a:buNone/>
              <a:defRPr u="none"/>
            </a:lvl1pPr>
            <a:lvl2pPr marL="0" indent="0">
              <a:buNone/>
              <a:defRPr>
                <a:solidFill>
                  <a:schemeClr val="tx1"/>
                </a:solidFill>
              </a:defRPr>
            </a:lvl2pPr>
            <a:lvl3pPr marL="459000" indent="0">
              <a:buNone/>
              <a:defRPr/>
            </a:lvl3pPr>
            <a:lvl4pPr>
              <a:defRPr/>
            </a:lvl4pPr>
            <a:lvl5pPr marL="1373400" indent="0">
              <a:buNone/>
              <a:defRPr/>
            </a:lvl5pPr>
          </a:lstStyle>
          <a:p>
            <a:pPr lvl="0"/>
            <a:r>
              <a:rPr lang="de-DE" dirty="0"/>
              <a:t>Erste Ebene Quellcodeüberschrift</a:t>
            </a:r>
          </a:p>
          <a:p>
            <a:pPr lvl="3"/>
            <a:r>
              <a:rPr lang="de-DE" dirty="0"/>
              <a:t>Vierte Ebene (Quellcode)</a:t>
            </a:r>
          </a:p>
        </p:txBody>
      </p:sp>
    </p:spTree>
    <p:extLst>
      <p:ext uri="{BB962C8B-B14F-4D97-AF65-F5344CB8AC3E}">
        <p14:creationId xmlns:p14="http://schemas.microsoft.com/office/powerpoint/2010/main" val="4090829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_Bild_Literat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899BF0-1630-4B7A-87B7-295847D0A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1A05E-7C94-4FC8-AFC8-CF8416C2E6BE}" type="datetime1">
              <a:rPr lang="de-DE" smtClean="0"/>
              <a:t>09.11.2023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4F8EF94-DFD1-4A81-8382-AD320F762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874CE85-3E6B-49A6-8537-9B9138E1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268F6-9DFC-494B-8368-04BEAFC6C2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7520" y="1620838"/>
            <a:ext cx="8622506" cy="4292600"/>
          </a:xfrm>
        </p:spPr>
        <p:txBody>
          <a:bodyPr/>
          <a:lstStyle>
            <a:lvl1pPr>
              <a:defRPr u="none"/>
            </a:lvl1pPr>
          </a:lstStyle>
          <a:p>
            <a:pPr lvl="0"/>
            <a:r>
              <a:rPr lang="de-DE" dirty="0"/>
              <a:t>Quellenangabe einfügen z.B. Buch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F4176648-D19F-4D4B-8C0B-5536328584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36" r="22769"/>
          <a:stretch/>
        </p:blipFill>
        <p:spPr>
          <a:xfrm>
            <a:off x="650081" y="1474788"/>
            <a:ext cx="1921669" cy="45847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3B97B6A-28DF-4EE9-8C82-00DDFA11445F}"/>
              </a:ext>
            </a:extLst>
          </p:cNvPr>
          <p:cNvCxnSpPr>
            <a:cxnSpLocks/>
          </p:cNvCxnSpPr>
          <p:nvPr userDrawn="1"/>
        </p:nvCxnSpPr>
        <p:spPr>
          <a:xfrm>
            <a:off x="756459" y="1103301"/>
            <a:ext cx="91440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69C268D8-BEF2-4A01-AE38-45F3BFB1BD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459" y="474053"/>
            <a:ext cx="9144000" cy="613480"/>
          </a:xfrm>
        </p:spPr>
        <p:txBody>
          <a:bodyPr>
            <a:noAutofit/>
          </a:bodyPr>
          <a:lstStyle>
            <a:lvl1pPr>
              <a:defRPr sz="4400" b="0"/>
            </a:lvl1pPr>
          </a:lstStyle>
          <a:p>
            <a:r>
              <a:rPr lang="de-DE" dirty="0"/>
              <a:t>Literaturempfehlung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111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6229" y="1600200"/>
            <a:ext cx="11461072" cy="1006475"/>
          </a:xfr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de-DE" dirty="0"/>
              <a:t>Vielen Dank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229" y="4658479"/>
            <a:ext cx="11461072" cy="440241"/>
          </a:xfrm>
        </p:spPr>
        <p:txBody>
          <a:bodyPr/>
          <a:lstStyle>
            <a:lvl1pPr marL="0" indent="0" algn="ctr">
              <a:buNone/>
              <a:defRPr sz="2400" u="none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E-Mail1: XXXXX &amp; E-Mail2: XXXXX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50EE4-350A-44A9-8736-BB5CAF4F0BA8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EBD6B3-B835-4404-98E9-E367B5CE1AD1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C3C9CD7D-B903-4400-9445-3B7C32E192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229" y="4048929"/>
            <a:ext cx="11461072" cy="498666"/>
          </a:xfrm>
        </p:spPr>
        <p:txBody>
          <a:bodyPr/>
          <a:lstStyle>
            <a:lvl1pPr marL="0" indent="0" algn="ctr">
              <a:buNone/>
              <a:defRPr u="none"/>
            </a:lvl1pPr>
          </a:lstStyle>
          <a:p>
            <a:r>
              <a:rPr lang="de-DE" dirty="0"/>
              <a:t>Name1 Vorname1 &amp; Name2 Vorname2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8A5F4A2-91DF-4A07-B9D7-16EB50672E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6229" y="2689819"/>
            <a:ext cx="11461072" cy="506836"/>
          </a:xfrm>
        </p:spPr>
        <p:txBody>
          <a:bodyPr>
            <a:noAutofit/>
          </a:bodyPr>
          <a:lstStyle>
            <a:lvl1pPr marL="0" indent="0" algn="ctr">
              <a:buNone/>
              <a:defRPr sz="4000" u="none"/>
            </a:lvl1pPr>
          </a:lstStyle>
          <a:p>
            <a:pPr lvl="0"/>
            <a:r>
              <a:rPr lang="de-DE" dirty="0"/>
              <a:t>für die Aufmerksamkeit</a:t>
            </a:r>
          </a:p>
        </p:txBody>
      </p:sp>
    </p:spTree>
    <p:extLst>
      <p:ext uri="{BB962C8B-B14F-4D97-AF65-F5344CB8AC3E}">
        <p14:creationId xmlns:p14="http://schemas.microsoft.com/office/powerpoint/2010/main" val="3079250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03C67FF-F025-43AF-8CB4-1A6367C426C0}"/>
              </a:ext>
            </a:extLst>
          </p:cNvPr>
          <p:cNvSpPr/>
          <p:nvPr userDrawn="1"/>
        </p:nvSpPr>
        <p:spPr>
          <a:xfrm>
            <a:off x="318654" y="225050"/>
            <a:ext cx="11554691" cy="5951913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6459" y="374297"/>
            <a:ext cx="9144000" cy="6134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68687"/>
            <a:ext cx="10515600" cy="480827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lvl="0"/>
            <a:r>
              <a:rPr lang="de-DE" dirty="0"/>
              <a:t>Erste Ebene (ohne Aufzählung), Calibri, 28, </a:t>
            </a:r>
            <a:r>
              <a:rPr lang="de-DE" dirty="0" err="1"/>
              <a:t>Bold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Zweite Ebene (Calibri, 24)</a:t>
            </a:r>
          </a:p>
          <a:p>
            <a:pPr lvl="2"/>
            <a:r>
              <a:rPr lang="de-DE" dirty="0"/>
              <a:t>Dritte Ebene (Calibri, 20)</a:t>
            </a:r>
          </a:p>
          <a:p>
            <a:pPr lvl="3"/>
            <a:r>
              <a:rPr lang="de-DE" dirty="0"/>
              <a:t>Vierte Ebene (Quellcode, </a:t>
            </a:r>
            <a:r>
              <a:rPr lang="de-DE" dirty="0" err="1"/>
              <a:t>DejaVu</a:t>
            </a:r>
            <a:r>
              <a:rPr lang="de-DE" dirty="0"/>
              <a:t> Sans Mono,20)</a:t>
            </a:r>
          </a:p>
          <a:p>
            <a:pPr lvl="4"/>
            <a:r>
              <a:rPr lang="de-DE" dirty="0"/>
              <a:t>Fünfte Ebene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B30B4-2A6E-4067-9BEF-41A17792475A}" type="datetime1">
              <a:rPr lang="de-DE" smtClean="0"/>
              <a:t>09.11.2023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251B2-A340-444F-BF1D-3544BFFD6122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7" name="Picture 2" descr="Duale Hochschule Gera-Eisenach, Praktische Informatik/Informations- und  Kommunikationstechnologien in Gera und Eisenach | ITmitte.de">
            <a:extLst>
              <a:ext uri="{FF2B5EF4-FFF2-40B4-BE49-F238E27FC236}">
                <a16:creationId xmlns:a16="http://schemas.microsoft.com/office/drawing/2014/main" id="{D4DC4A5F-F73F-4D1D-BE5E-D50534A652C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71" b="19798"/>
          <a:stretch/>
        </p:blipFill>
        <p:spPr bwMode="auto">
          <a:xfrm>
            <a:off x="9900459" y="364303"/>
            <a:ext cx="1689476" cy="906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145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2" r:id="rId3"/>
    <p:sldLayoutId id="2147483688" r:id="rId4"/>
    <p:sldLayoutId id="2147483694" r:id="rId5"/>
    <p:sldLayoutId id="2147483695" r:id="rId6"/>
    <p:sldLayoutId id="2147483696" r:id="rId7"/>
    <p:sldLayoutId id="214748369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u="none" kern="1200">
          <a:solidFill>
            <a:schemeClr val="tx1"/>
          </a:solidFill>
          <a:latin typeface="+mn-lt"/>
          <a:ea typeface="+mn-ea"/>
          <a:cs typeface="+mn-cs"/>
        </a:defRPr>
      </a:lvl1pPr>
      <a:lvl2pPr marL="2304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7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indent="-342900" algn="l" defTabSz="914400" rtl="0" eaLnBrk="1" latinLnBrk="0" hangingPunct="1">
        <a:lnSpc>
          <a:spcPct val="90000"/>
        </a:lnSpc>
        <a:spcBef>
          <a:spcPts val="1200"/>
        </a:spcBef>
        <a:buFont typeface="+mj-lt"/>
        <a:buAutoNum type="arabicPeriod"/>
        <a:defRPr sz="1800" kern="1200">
          <a:solidFill>
            <a:schemeClr val="tx1"/>
          </a:solidFill>
          <a:latin typeface="DejaVu Sans Mono" panose="020B0609030804020204" pitchFamily="49" charset="0"/>
          <a:ea typeface="DejaVu Sans Mono" panose="020B0609030804020204" pitchFamily="49" charset="0"/>
          <a:cs typeface="DejaVu Sans Mono" panose="020B0609030804020204" pitchFamily="49" charset="0"/>
        </a:defRPr>
      </a:lvl4pPr>
      <a:lvl5pPr marL="1602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DejaVu Sans Mono" panose="020B0609030804020204" pitchFamily="49" charset="0"/>
          <a:cs typeface="DejaVu Sans Mono" panose="020B0609030804020204" pitchFamily="49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F3F37CF0-D2A9-49C4-A0F1-3B9930CA9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464" y="1105256"/>
            <a:ext cx="11461072" cy="1808022"/>
          </a:xfrm>
        </p:spPr>
        <p:txBody>
          <a:bodyPr/>
          <a:lstStyle/>
          <a:p>
            <a:r>
              <a:rPr lang="de-DE" sz="4400" dirty="0"/>
              <a:t>Nutzung der AWS CLI Schnittstelle zur Ausführung eines Programms in EC2</a:t>
            </a:r>
          </a:p>
        </p:txBody>
      </p:sp>
      <p:sp>
        <p:nvSpPr>
          <p:cNvPr id="8" name="Untertitel 7">
            <a:extLst>
              <a:ext uri="{FF2B5EF4-FFF2-40B4-BE49-F238E27FC236}">
                <a16:creationId xmlns:a16="http://schemas.microsoft.com/office/drawing/2014/main" id="{B0AD4C2C-5D4B-474D-AEEA-9E9BFFF153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E-Mail: koehto.pi21@stud.gera.dhge.de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E1F558-82B7-46CE-A00A-5CB321854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69EE4-18C4-4B04-A943-31DFD1ECD50D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3DBDDE-2CF5-4637-AFB9-9605B4B5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8A580A-1E4A-48A7-A2D5-C5F6C63B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563C6E87-7D7A-41B2-AD97-1C7EC0DD12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Tommy Köhler</a:t>
            </a:r>
          </a:p>
          <a:p>
            <a:endParaRPr lang="de-DE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08B0A75-9287-47F2-919A-6ED5778AB3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5464" y="2913278"/>
            <a:ext cx="11461072" cy="506836"/>
          </a:xfrm>
        </p:spPr>
        <p:txBody>
          <a:bodyPr/>
          <a:lstStyle/>
          <a:p>
            <a:r>
              <a:rPr lang="de-DE" sz="3200" dirty="0"/>
              <a:t>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790293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241FB-A78B-4B4E-86AD-376D470D2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Gliederung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8C7705-5F74-4EC2-85BF-E8D3BD2E4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altLang="de-DE" dirty="0"/>
              <a:t>Idee</a:t>
            </a:r>
          </a:p>
          <a:p>
            <a:pPr lvl="0"/>
            <a:r>
              <a:rPr lang="de-DE" altLang="de-DE" dirty="0"/>
              <a:t>Planung</a:t>
            </a:r>
          </a:p>
          <a:p>
            <a:pPr lvl="0"/>
            <a:r>
              <a:rPr lang="de-DE" altLang="de-DE" dirty="0"/>
              <a:t>Vorbereitung</a:t>
            </a:r>
          </a:p>
          <a:p>
            <a:pPr lvl="0"/>
            <a:r>
              <a:rPr lang="de-DE" dirty="0"/>
              <a:t>Umsetzung des PowerShell Skripts</a:t>
            </a:r>
          </a:p>
          <a:p>
            <a:pPr lvl="0"/>
            <a:r>
              <a:rPr lang="de-DE" dirty="0"/>
              <a:t>Probleme</a:t>
            </a:r>
          </a:p>
          <a:p>
            <a:pPr lvl="0"/>
            <a:r>
              <a:rPr lang="de-DE" altLang="de-DE" dirty="0"/>
              <a:t>Ausblick</a:t>
            </a:r>
          </a:p>
          <a:p>
            <a:pPr lvl="0"/>
            <a:r>
              <a:rPr lang="de-DE" altLang="de-DE" dirty="0"/>
              <a:t>Fazit</a:t>
            </a:r>
          </a:p>
          <a:p>
            <a:pPr lvl="1"/>
            <a:endParaRPr lang="de-DE" alt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A7D3FD-DD95-43B5-B876-9129514D2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F2E9-08D8-4DE5-A8D5-5C52200C018F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3E7A47-CAFE-43A8-887F-ACD1DFAE1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13B9FE-C355-4852-98FC-C156FB84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2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E64ADB-5EA1-4C91-9389-649A23F8E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0" y="2571750"/>
            <a:ext cx="3571874" cy="35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17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3300" lvl="1" indent="-342900"/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</a:rPr>
              <a:t>Aufgabe in 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</a:rPr>
              <a:t>Form eines </a:t>
            </a:r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</a:rPr>
              <a:t>PowerShell Skripts umsetzen</a:t>
            </a:r>
          </a:p>
          <a:p>
            <a:pPr lvl="2" indent="0">
              <a:buNone/>
            </a:pP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</a:rPr>
              <a:t>Gründe: </a:t>
            </a:r>
          </a:p>
          <a:p>
            <a:pPr marL="1030500" lvl="2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</a:rPr>
              <a:t>PowerShell bisher schon öfters gebraucht und dort gerne mehr Erfahrung gehabt</a:t>
            </a:r>
          </a:p>
          <a:p>
            <a:pPr marL="1030500" lvl="2" indent="-342900">
              <a:buFont typeface="Wingdings" panose="05000000000000000000" pitchFamily="2" charset="2"/>
              <a:buChar char="à"/>
            </a:pP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unter Linux wäre es mir zwar leichter gefallen, dort habe ich vorher getestet bevor unter Windows umgesetzt wurde</a:t>
            </a: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Erweiterungen der Grundanforderungen um variable Programmeingabe, variable Auswahl der Rechenressourcen und 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CloudWatch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Metriken geplant</a:t>
            </a: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Versionsverwaltung durch GitHub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2962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Planung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Planung mittels Atlassian 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Trello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KanBan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-Board umgesetzt</a:t>
            </a:r>
          </a:p>
          <a:p>
            <a:pPr marL="573300" lvl="1" indent="-342900"/>
            <a:endParaRPr lang="de-DE" dirty="0">
              <a:solidFill>
                <a:srgbClr val="242B2E"/>
              </a:solidFill>
              <a:latin typeface="Roboto" panose="02000000000000000000" pitchFamily="2" charset="0"/>
              <a:sym typeface="Wingdings" panose="05000000000000000000" pitchFamily="2" charset="2"/>
            </a:endParaRPr>
          </a:p>
          <a:p>
            <a:pPr marL="573300" lvl="1" indent="-342900"/>
            <a:endParaRPr lang="de-DE" dirty="0">
              <a:solidFill>
                <a:srgbClr val="242B2E"/>
              </a:solidFill>
              <a:latin typeface="Roboto" panose="02000000000000000000" pitchFamily="2" charset="0"/>
              <a:sym typeface="Wingdings" panose="05000000000000000000" pitchFamily="2" charset="2"/>
            </a:endParaRPr>
          </a:p>
          <a:p>
            <a:pPr marL="573300" lvl="1" indent="-342900"/>
            <a:endParaRPr lang="de-DE" dirty="0">
              <a:solidFill>
                <a:srgbClr val="242B2E"/>
              </a:solidFill>
              <a:latin typeface="Roboto" panose="02000000000000000000" pitchFamily="2" charset="0"/>
              <a:sym typeface="Wingdings" panose="05000000000000000000" pitchFamily="2" charset="2"/>
            </a:endParaRP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4 MVPs: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MVP 1: 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einfaches Programm erstmal im AWS laufen lassen, welches im Skript hinterlegt ist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MVP 2: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DE" dirty="0"/>
              <a:t>Erweiterung um variable Programme im AWS startbar 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MVP 3: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DE" dirty="0"/>
              <a:t>Erweiterung um variable Skalierung der Rechenressourcen je nach benötigter Leistung (Fragen vor Start und dann Auswahl welche Instanz die sinnvollste wäre)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MVP 4: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DE" dirty="0"/>
              <a:t>Sicherheitsfaktoren betrachten (AWS Cloudwatch)</a:t>
            </a:r>
            <a:endParaRPr lang="de-DE" dirty="0">
              <a:solidFill>
                <a:srgbClr val="242B2E"/>
              </a:solidFill>
              <a:latin typeface="Roboto" panose="02000000000000000000" pitchFamily="2" charset="0"/>
              <a:sym typeface="Wingdings" panose="05000000000000000000" pitchFamily="2" charset="2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4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5E95256-F31A-3A08-983A-E251BE917C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0250"/>
          <a:stretch/>
        </p:blipFill>
        <p:spPr>
          <a:xfrm>
            <a:off x="3284728" y="1815444"/>
            <a:ext cx="5836126" cy="18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13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Vorbereitung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PowerShell Skript zur Installation der AWS-CLI Pakete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D568470-4DB6-BA75-B281-7E4EBDD2AAFF}"/>
              </a:ext>
            </a:extLst>
          </p:cNvPr>
          <p:cNvSpPr txBox="1"/>
          <p:nvPr/>
        </p:nvSpPr>
        <p:spPr>
          <a:xfrm>
            <a:off x="1141330" y="1947597"/>
            <a:ext cx="90372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source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"https://awscli.amazonaws.com/AWSCLIV2.msi"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destination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env:USERPROFILE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\Downloads\AWSCLIV2.msi"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# Create web </a:t>
            </a:r>
            <a:r>
              <a:rPr lang="de-DE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client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webClient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System.Net.WebClient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()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# Download the </a:t>
            </a:r>
            <a:r>
              <a:rPr lang="de-DE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file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webClient.DownloadFile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source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destination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Start-</a:t>
            </a:r>
            <a:r>
              <a:rPr lang="de-DE" b="0" dirty="0" err="1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C:\windows\system32\</a:t>
            </a:r>
            <a:r>
              <a:rPr lang="de-DE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msiexec.exe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Args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"/i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destination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/passive"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Verb 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RunAs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Wait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env:Path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";C:\</a:t>
            </a:r>
            <a:r>
              <a:rPr lang="de-DE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Files\Amazon\AWSCLIV2"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465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Umsetzung des PowerShell Skripts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BB0023-E66F-E5B3-E4A8-98E12CDA88E7}"/>
              </a:ext>
            </a:extLst>
          </p:cNvPr>
          <p:cNvSpPr txBox="1"/>
          <p:nvPr/>
        </p:nvSpPr>
        <p:spPr>
          <a:xfrm>
            <a:off x="694144" y="1230249"/>
            <a:ext cx="1059903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&lt;#Definition der Parameter#&gt;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i="1" dirty="0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Param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8BCDEF"/>
                </a:solidFill>
                <a:effectLst/>
                <a:latin typeface="Consolas" panose="020B0609020204030204" pitchFamily="49" charset="0"/>
              </a:rPr>
              <a:t>Mandatory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i="1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)]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]$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ProgramPath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"script.sh"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,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Parameter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8BCDEF"/>
                </a:solidFill>
                <a:effectLst/>
                <a:latin typeface="Consolas" panose="020B0609020204030204" pitchFamily="49" charset="0"/>
              </a:rPr>
              <a:t>Mandatory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i="1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)]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de-DE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]$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InstanceType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"t2.micro"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de-DE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&lt;#Ubuntu AMI#&gt;</a:t>
            </a:r>
            <a:endParaRPr lang="de-DE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amiID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"ami-0fc5d935ebf8bc3bc" </a:t>
            </a:r>
          </a:p>
          <a:p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&lt;#get </a:t>
            </a:r>
            <a:r>
              <a:rPr lang="de-DE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Username#&gt;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Username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env:USERNAME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&lt;#Path </a:t>
            </a:r>
            <a:r>
              <a:rPr lang="de-DE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SSH-Key Security#&gt;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KeyPairPath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env:USERPROFILE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\.</a:t>
            </a:r>
            <a:r>
              <a:rPr lang="de-DE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ssh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de-DE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current-key.pem</a:t>
            </a:r>
            <a:r>
              <a:rPr lang="de-DE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7577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Umsetzung des PowerShell Skripts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BB0023-E66F-E5B3-E4A8-98E12CDA88E7}"/>
              </a:ext>
            </a:extLst>
          </p:cNvPr>
          <p:cNvSpPr txBox="1"/>
          <p:nvPr/>
        </p:nvSpPr>
        <p:spPr>
          <a:xfrm>
            <a:off x="694144" y="1230249"/>
            <a:ext cx="1139329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&lt;#Creating EC2 Instance and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getting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Public IP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the Instance#&gt;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Creating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EC2-Ubuntu Instance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F78F8"/>
                </a:solidFill>
                <a:effectLst/>
                <a:latin typeface="Consolas" panose="020B0609020204030204" pitchFamily="49" charset="0"/>
              </a:rPr>
              <a:t>3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run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amiID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count </a:t>
            </a:r>
            <a:r>
              <a:rPr lang="de-DE" sz="1600" b="0" dirty="0">
                <a:solidFill>
                  <a:srgbClr val="FF78F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type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InstanceType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pair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group-</a:t>
            </a:r>
            <a:r>
              <a:rPr lang="de-DE" sz="1600" b="0" dirty="0" err="1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SecGroupID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InstanceId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output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text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InstanceIP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Reservations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[*].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[*].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PublicIpAddress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output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text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&lt;#Wait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until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EC2 Instance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up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 and </a:t>
            </a:r>
            <a:r>
              <a:rPr lang="de-DE" sz="1600" b="0" i="1" dirty="0" err="1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de-DE" sz="1600" b="0" i="1" dirty="0">
                <a:solidFill>
                  <a:srgbClr val="636D83"/>
                </a:solidFill>
                <a:effectLst/>
                <a:latin typeface="Consolas" panose="020B0609020204030204" pitchFamily="49" charset="0"/>
              </a:rPr>
              <a:t>#&gt;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stopped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Waiting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Running EC2-Instance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-ne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Reservations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State.Name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output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text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F78F8"/>
                </a:solidFill>
                <a:effectLst/>
                <a:latin typeface="Consolas" panose="020B0609020204030204" pitchFamily="49" charset="0"/>
              </a:rPr>
              <a:t>5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"."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EC2-Instance Running (IP: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InstanceIP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)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93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Umsetzung des PowerShell Skripts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0BB0023-E66F-E5B3-E4A8-98E12CDA88E7}"/>
              </a:ext>
            </a:extLst>
          </p:cNvPr>
          <p:cNvSpPr txBox="1"/>
          <p:nvPr/>
        </p:nvSpPr>
        <p:spPr>
          <a:xfrm>
            <a:off x="694144" y="1230249"/>
            <a:ext cx="113932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Stopping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terminate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InstanceId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Waiting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Terminating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EC2-Instance"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i="1" dirty="0" err="1">
                <a:solidFill>
                  <a:srgbClr val="10B1FE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($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-ne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terminated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{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instanceState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describe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</a:t>
            </a:r>
            <a:r>
              <a:rPr lang="de-DE" sz="1600" b="0" dirty="0" err="1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InstanceId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query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Reservations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Instances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State.Name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output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text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F78F8"/>
                </a:solidFill>
                <a:effectLst/>
                <a:latin typeface="Consolas" panose="020B0609020204030204" pitchFamily="49" charset="0"/>
              </a:rPr>
              <a:t>5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"."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}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Deleting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Security-Group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Start-Sleep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F78F8"/>
                </a:solidFill>
                <a:effectLst/>
                <a:latin typeface="Consolas" panose="020B0609020204030204" pitchFamily="49" charset="0"/>
              </a:rPr>
              <a:t>2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security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group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group-</a:t>
            </a:r>
            <a:r>
              <a:rPr lang="de-DE" sz="1600" b="0" dirty="0" err="1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SecGroupID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</a:br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Write-Output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"###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Deleting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 err="1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de-DE" sz="1600" b="0" dirty="0">
                <a:solidFill>
                  <a:srgbClr val="F9C859"/>
                </a:solidFill>
                <a:effectLst/>
                <a:latin typeface="Consolas" panose="020B0609020204030204" pitchFamily="49" charset="0"/>
              </a:rPr>
              <a:t>-Key-Pair ###"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ec2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pair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current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pair</a:t>
            </a:r>
          </a:p>
          <a:p>
            <a:r>
              <a:rPr lang="de-DE" sz="1600" b="0" dirty="0">
                <a:solidFill>
                  <a:srgbClr val="3FC56B"/>
                </a:solidFill>
                <a:effectLst/>
                <a:latin typeface="Consolas" panose="020B0609020204030204" pitchFamily="49" charset="0"/>
              </a:rPr>
              <a:t>Remove-Item</a:t>
            </a:r>
            <a:r>
              <a:rPr lang="de-DE" sz="1600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600" b="0" dirty="0">
                <a:solidFill>
                  <a:srgbClr val="7A82D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de-DE" sz="1600" b="0" dirty="0" err="1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KeyPairPath</a:t>
            </a:r>
            <a:endParaRPr lang="de-DE" sz="1600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357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Verbindung zu AWS klappte unter Linux super mit dem Befehl „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aws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configure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“…in der Windows-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Powershell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funktionierte dies bei mir nicht</a:t>
            </a:r>
            <a:b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</a:b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 Lösung war dann im Nutzerverzeichnis im Ordner .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aws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die „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credentials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“ Datei zu bearbeiten</a:t>
            </a: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Größtes Problem: Verbindung zur EC2 Instanz mittels SCP/SSH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1. SSH-Key Berechtigungen zu offen: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unter Linux lösbar mit „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chmod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400“, unter PowerShell eine ganz schöne Herausforderung die viele Stunden kostete (Datei muss nur im Nutzerverzeichnis unter \.</a:t>
            </a:r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ssh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liegen)</a:t>
            </a:r>
          </a:p>
          <a:p>
            <a:pPr marL="1030500" lvl="2" indent="-342900"/>
            <a:r>
              <a:rPr lang="de-DE" b="1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2. SSH-Key invalid: Permission </a:t>
            </a:r>
            <a:r>
              <a:rPr lang="de-DE" b="1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denied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: Lösung sehr zeitaufwendig, da die SSH-Verbindung außerhalb des Skripts funktionierte  einziger Unterschied einmal wurde der Key durch das Skript erstellt, einmal nicht…</a:t>
            </a:r>
            <a:b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</a:b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Kurz: Das Problem war ein CRLF statt LF am Ende der RSA-Schlüsseldatei bei dem vom Skript erstellen Schlüssel welches nun im Skript automatisch entfernt wird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74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indent="0">
              <a:buNone/>
            </a:pP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Erweiterungsideen welche sich im Verlauf der Arbeit ergaben</a:t>
            </a: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Abfrage: Überhaupt AWS-CLI Tools installiert? Falls nicht Installationsskript erst einmal ausführen…</a:t>
            </a:r>
          </a:p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Anbindung eines S3-Buckets zur Speicherung von größeren Mengen an Ergebnisdaten ermöglichen?</a:t>
            </a:r>
          </a:p>
          <a:p>
            <a:pPr marL="573300" lvl="1" indent="-342900"/>
            <a:r>
              <a:rPr lang="de-DE" dirty="0" err="1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Sessionmanager</a:t>
            </a:r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  <a:sym typeface="Wingdings" panose="05000000000000000000" pitchFamily="2" charset="2"/>
              </a:rPr>
              <a:t> statt normaler SSH-Verbindung nutzen?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214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5D129C-A6AB-4D53-AD31-B3843FB2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59" y="445478"/>
            <a:ext cx="9144000" cy="613480"/>
          </a:xfrm>
        </p:spPr>
        <p:txBody>
          <a:bodyPr/>
          <a:lstStyle/>
          <a:p>
            <a:r>
              <a:rPr lang="de-DE" dirty="0"/>
              <a:t>Fazit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119A0-A96A-42B3-9AC4-9A31176F4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90119"/>
            <a:ext cx="10942209" cy="4808276"/>
          </a:xfrm>
        </p:spPr>
        <p:txBody>
          <a:bodyPr>
            <a:noAutofit/>
          </a:bodyPr>
          <a:lstStyle/>
          <a:p>
            <a:pPr marL="573300" lvl="1" indent="-342900"/>
            <a:r>
              <a:rPr lang="de-DE" dirty="0">
                <a:solidFill>
                  <a:srgbClr val="242B2E"/>
                </a:solidFill>
                <a:latin typeface="Roboto" panose="02000000000000000000" pitchFamily="2" charset="0"/>
              </a:rPr>
              <a:t>Aktueller Stand: n</a:t>
            </a:r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</a:rPr>
              <a:t>och nicht alle Funktionen umgesetzt, war nach den Problemen zu erwarten </a:t>
            </a:r>
            <a:b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</a:rPr>
            </a:br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  <a:sym typeface="Wingdings" panose="05000000000000000000" pitchFamily="2" charset="2"/>
              </a:rPr>
              <a:t> MVP 2.5 erreicht</a:t>
            </a:r>
          </a:p>
          <a:p>
            <a:pPr lvl="1" indent="0">
              <a:buNone/>
            </a:pPr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  <a:sym typeface="Wingdings" panose="05000000000000000000" pitchFamily="2" charset="2"/>
              </a:rPr>
              <a:t>… allerdings Funktionalität der User Story erfüllt.</a:t>
            </a:r>
          </a:p>
          <a:p>
            <a:pPr marL="573300" lvl="1" indent="-342900"/>
            <a:r>
              <a:rPr lang="de-DE" b="0" i="0" dirty="0">
                <a:solidFill>
                  <a:srgbClr val="242B2E"/>
                </a:solidFill>
                <a:effectLst/>
                <a:latin typeface="Roboto" panose="02000000000000000000" pitchFamily="2" charset="0"/>
                <a:sym typeface="Wingdings" panose="05000000000000000000" pitchFamily="2" charset="2"/>
              </a:rPr>
              <a:t>durch die viele Fehlersuche musste viel „links und rechts“ vom eigentlichen Weg recherchiert werden  viel Wissensgewinn</a:t>
            </a:r>
          </a:p>
          <a:p>
            <a:pPr marL="573300" lvl="1" indent="-342900"/>
            <a:endParaRPr lang="de-DE" b="0" i="0" dirty="0">
              <a:solidFill>
                <a:srgbClr val="242B2E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7D3CB0-C2A1-4514-9053-C0CCCA012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A7600-4F92-4451-B286-8BA7D1689D27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EDC7BB-BC46-4033-83B9-1E3918D3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Tommy Köhler – PIB21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56EB5F-B09D-43A5-B24D-7409787F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251B2-A340-444F-BF1D-3544BFFD6122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69647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4ADEA611-CFEF-4085-B41C-E862B0E8F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229" y="1600200"/>
            <a:ext cx="11461072" cy="1006475"/>
          </a:xfrm>
        </p:spPr>
        <p:txBody>
          <a:bodyPr/>
          <a:lstStyle/>
          <a:p>
            <a:r>
              <a:rPr lang="de-DE" dirty="0"/>
              <a:t>Vielen Dank</a:t>
            </a:r>
          </a:p>
        </p:txBody>
      </p:sp>
      <p:sp>
        <p:nvSpPr>
          <p:cNvPr id="20" name="Untertitel 19">
            <a:extLst>
              <a:ext uri="{FF2B5EF4-FFF2-40B4-BE49-F238E27FC236}">
                <a16:creationId xmlns:a16="http://schemas.microsoft.com/office/drawing/2014/main" id="{11A7A36C-AC05-4F82-9426-DFAAECFCA6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koehto.pi21@stud.gera.dhge.de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524AB3-F8E4-469D-9115-845265FD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83D9744-D0C4-42CF-9059-A8CC638958B6}" type="datetime1">
              <a:rPr lang="de-DE" smtClean="0"/>
              <a:t>09.11.2023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720D1A-0F73-45B3-A788-204C1892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/>
              <a:t>Tommy Köhler – PIB21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ADBADA-B7C3-4806-AA1B-E361E978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95251B2-A340-444F-BF1D-3544BFFD6122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34EAAB2F-B8AB-4E4F-B70A-0CF7FED2C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Tommy Köhler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8F2AB919-B244-4E97-AD6E-CA23D70FF3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395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096CD42920AAE4685895CB2EC9BDB65" ma:contentTypeVersion="2" ma:contentTypeDescription="Ein neues Dokument erstellen." ma:contentTypeScope="" ma:versionID="5bd68a67dd72b368e778fb7cee76e7c9">
  <xsd:schema xmlns:xsd="http://www.w3.org/2001/XMLSchema" xmlns:xs="http://www.w3.org/2001/XMLSchema" xmlns:p="http://schemas.microsoft.com/office/2006/metadata/properties" xmlns:ns2="60f41234-344d-4004-9822-65ac623e983b" targetNamespace="http://schemas.microsoft.com/office/2006/metadata/properties" ma:root="true" ma:fieldsID="c756a40b004298331ab47f99841186ea" ns2:_="">
    <xsd:import namespace="60f41234-344d-4004-9822-65ac623e98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f41234-344d-4004-9822-65ac623e98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34FD5-018A-4D6C-9CCA-2241FFF930F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1B391BA-7C1E-4740-AA66-A48530C83A1E}">
  <ds:schemaRefs>
    <ds:schemaRef ds:uri="17eeff07-d4c9-467b-93a1-70f72fa40450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804cb5ff-a2a1-4a01-8b7f-484cc8dde52f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7551746-E04A-40DF-89F4-80430C660B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f41234-344d-4004-9822-65ac623e98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996</Words>
  <Application>Microsoft Office PowerPoint</Application>
  <PresentationFormat>Breitbild</PresentationFormat>
  <Paragraphs>150</Paragraphs>
  <Slides>12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DejaVu Sans Mono</vt:lpstr>
      <vt:lpstr>Roboto</vt:lpstr>
      <vt:lpstr>Wingdings</vt:lpstr>
      <vt:lpstr>Office Theme</vt:lpstr>
      <vt:lpstr>Nutzung der AWS CLI Schnittstelle zur Ausführung eines Programms in EC2</vt:lpstr>
      <vt:lpstr>Gliederung</vt:lpstr>
      <vt:lpstr>Idee</vt:lpstr>
      <vt:lpstr>Planung</vt:lpstr>
      <vt:lpstr>Vorbereitung</vt:lpstr>
      <vt:lpstr>Umsetzung des PowerShell Skripts</vt:lpstr>
      <vt:lpstr>Umsetzung des PowerShell Skripts</vt:lpstr>
      <vt:lpstr>Umsetzung des PowerShell Skripts</vt:lpstr>
      <vt:lpstr>Probleme</vt:lpstr>
      <vt:lpstr>Ausblick</vt:lpstr>
      <vt:lpstr>Fazit</vt:lpstr>
      <vt:lpstr>Vielen Dank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Virtualisierung von Betriebssystemen</dc:title>
  <dc:creator>test</dc:creator>
  <cp:lastModifiedBy>Tommy Köhler</cp:lastModifiedBy>
  <cp:revision>307</cp:revision>
  <dcterms:created xsi:type="dcterms:W3CDTF">2021-05-13T10:20:20Z</dcterms:created>
  <dcterms:modified xsi:type="dcterms:W3CDTF">2023-11-09T12:26:15Z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0x0101009096CD42920AAE4685895CB2EC9BDB65</vt:lpwstr>
  </property>
</Properties>
</file>